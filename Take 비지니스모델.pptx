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0E0B-1BCC-4DEB-AAA0-7F51A88E9463}" type="datetimeFigureOut">
              <a:rPr lang="ko-KR" altLang="en-US" smtClean="0"/>
              <a:t>2017-07-11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6A318-F5A1-434E-97BD-088102C71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390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0E0B-1BCC-4DEB-AAA0-7F51A88E9463}" type="datetimeFigureOut">
              <a:rPr lang="ko-KR" altLang="en-US" smtClean="0"/>
              <a:t>2017-07-11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6A318-F5A1-434E-97BD-088102C71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488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0E0B-1BCC-4DEB-AAA0-7F51A88E9463}" type="datetimeFigureOut">
              <a:rPr lang="ko-KR" altLang="en-US" smtClean="0"/>
              <a:t>2017-07-11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6A318-F5A1-434E-97BD-088102C71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93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0E0B-1BCC-4DEB-AAA0-7F51A88E9463}" type="datetimeFigureOut">
              <a:rPr lang="ko-KR" altLang="en-US" smtClean="0"/>
              <a:t>2017-07-11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6A318-F5A1-434E-97BD-088102C71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409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0E0B-1BCC-4DEB-AAA0-7F51A88E9463}" type="datetimeFigureOut">
              <a:rPr lang="ko-KR" altLang="en-US" smtClean="0"/>
              <a:t>2017-07-11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6A318-F5A1-434E-97BD-088102C71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73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0E0B-1BCC-4DEB-AAA0-7F51A88E9463}" type="datetimeFigureOut">
              <a:rPr lang="ko-KR" altLang="en-US" smtClean="0"/>
              <a:t>2017-07-11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6A318-F5A1-434E-97BD-088102C71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300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0E0B-1BCC-4DEB-AAA0-7F51A88E9463}" type="datetimeFigureOut">
              <a:rPr lang="ko-KR" altLang="en-US" smtClean="0"/>
              <a:t>2017-07-11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6A318-F5A1-434E-97BD-088102C71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215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0E0B-1BCC-4DEB-AAA0-7F51A88E9463}" type="datetimeFigureOut">
              <a:rPr lang="ko-KR" altLang="en-US" smtClean="0"/>
              <a:t>2017-07-11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6A318-F5A1-434E-97BD-088102C71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355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0E0B-1BCC-4DEB-AAA0-7F51A88E9463}" type="datetimeFigureOut">
              <a:rPr lang="ko-KR" altLang="en-US" smtClean="0"/>
              <a:t>2017-07-11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6A318-F5A1-434E-97BD-088102C71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040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0E0B-1BCC-4DEB-AAA0-7F51A88E9463}" type="datetimeFigureOut">
              <a:rPr lang="ko-KR" altLang="en-US" smtClean="0"/>
              <a:t>2017-07-11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6A318-F5A1-434E-97BD-088102C71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2256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0E0B-1BCC-4DEB-AAA0-7F51A88E9463}" type="datetimeFigureOut">
              <a:rPr lang="ko-KR" altLang="en-US" smtClean="0"/>
              <a:t>2017-07-11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6A318-F5A1-434E-97BD-088102C71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789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C0E0B-1BCC-4DEB-AAA0-7F51A88E9463}" type="datetimeFigureOut">
              <a:rPr lang="ko-KR" altLang="en-US" smtClean="0"/>
              <a:t>2017-07-11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6A318-F5A1-434E-97BD-088102C715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256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476672"/>
            <a:ext cx="7560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 smtClean="0"/>
              <a:t>BM </a:t>
            </a:r>
            <a:r>
              <a:rPr lang="ko-KR" altLang="en-US" sz="5400" dirty="0" smtClean="0"/>
              <a:t>구성안 및 기타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179486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 게임 규칙 정리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9512" y="1600200"/>
            <a:ext cx="9001000" cy="4525963"/>
          </a:xfrm>
        </p:spPr>
        <p:txBody>
          <a:bodyPr>
            <a:normAutofit/>
          </a:bodyPr>
          <a:lstStyle/>
          <a:p>
            <a:r>
              <a:rPr lang="ko-KR" altLang="en-US" sz="2800" dirty="0" smtClean="0"/>
              <a:t>인원 </a:t>
            </a:r>
            <a:r>
              <a:rPr lang="en-US" altLang="ko-KR" sz="2800" dirty="0" smtClean="0"/>
              <a:t>7~11 </a:t>
            </a:r>
            <a:r>
              <a:rPr lang="ko-KR" altLang="en-US" sz="2800" dirty="0" smtClean="0"/>
              <a:t>명  </a:t>
            </a:r>
            <a:endParaRPr lang="en-US" altLang="ko-KR" sz="2800" dirty="0" smtClean="0"/>
          </a:p>
          <a:p>
            <a:r>
              <a:rPr lang="ko-KR" altLang="en-US" sz="2800" dirty="0" smtClean="0"/>
              <a:t>일정한 시간 동안 진행 </a:t>
            </a:r>
            <a:endParaRPr lang="en-US" altLang="ko-KR" sz="2800" dirty="0" smtClean="0"/>
          </a:p>
          <a:p>
            <a:r>
              <a:rPr lang="ko-KR" altLang="en-US" sz="2800" dirty="0" smtClean="0"/>
              <a:t>가위바위보 카드는 홀수지급</a:t>
            </a:r>
            <a:r>
              <a:rPr lang="en-US" altLang="ko-KR" sz="2800" dirty="0" smtClean="0"/>
              <a:t>- (</a:t>
            </a:r>
            <a:r>
              <a:rPr lang="ko-KR" altLang="en-US" sz="2800" dirty="0" err="1" smtClean="0"/>
              <a:t>한장이</a:t>
            </a:r>
            <a:r>
              <a:rPr lang="ko-KR" altLang="en-US" sz="2800" dirty="0" smtClean="0"/>
              <a:t> 남음</a:t>
            </a:r>
            <a:r>
              <a:rPr lang="en-US" altLang="ko-KR" sz="2800" dirty="0" smtClean="0"/>
              <a:t>)</a:t>
            </a:r>
          </a:p>
          <a:p>
            <a:r>
              <a:rPr lang="ko-KR" altLang="en-US" sz="2800" dirty="0"/>
              <a:t>게임 </a:t>
            </a:r>
            <a:r>
              <a:rPr lang="ko-KR" altLang="en-US" sz="2800" dirty="0" smtClean="0"/>
              <a:t>입장 </a:t>
            </a:r>
            <a:r>
              <a:rPr lang="en-US" altLang="ko-KR" sz="2800" dirty="0" smtClean="0"/>
              <a:t>: </a:t>
            </a:r>
            <a:r>
              <a:rPr lang="ko-KR" altLang="en-US" sz="2800" dirty="0" smtClean="0"/>
              <a:t> </a:t>
            </a:r>
            <a:r>
              <a:rPr lang="ko-KR" altLang="en-US" sz="2800" dirty="0"/>
              <a:t>입장권을 </a:t>
            </a:r>
            <a:r>
              <a:rPr lang="en-US" altLang="ko-KR" sz="2800" dirty="0" smtClean="0"/>
              <a:t>1</a:t>
            </a:r>
            <a:r>
              <a:rPr lang="ko-KR" altLang="en-US" sz="2800" dirty="0" smtClean="0"/>
              <a:t>장 소진 </a:t>
            </a:r>
            <a:r>
              <a:rPr lang="en-US" altLang="ko-KR" sz="2800" dirty="0" smtClean="0"/>
              <a:t>(</a:t>
            </a:r>
            <a:r>
              <a:rPr lang="ko-KR" altLang="en-US" sz="2800" dirty="0"/>
              <a:t>입장권은 </a:t>
            </a:r>
            <a:r>
              <a:rPr lang="en-US" altLang="ko-KR" sz="2800" dirty="0"/>
              <a:t>300</a:t>
            </a:r>
            <a:r>
              <a:rPr lang="ko-KR" altLang="en-US" sz="2800" dirty="0"/>
              <a:t>원 </a:t>
            </a:r>
            <a:r>
              <a:rPr lang="en-US" altLang="ko-KR" sz="2800" dirty="0" smtClean="0"/>
              <a:t>)</a:t>
            </a:r>
          </a:p>
          <a:p>
            <a:r>
              <a:rPr lang="ko-KR" altLang="en-US" sz="2800" dirty="0" smtClean="0"/>
              <a:t>게임 </a:t>
            </a:r>
            <a:r>
              <a:rPr lang="ko-KR" altLang="en-US" sz="2800" dirty="0" err="1" smtClean="0"/>
              <a:t>입장시</a:t>
            </a:r>
            <a:r>
              <a:rPr lang="ko-KR" altLang="en-US" sz="2800" dirty="0" smtClean="0"/>
              <a:t> 일정 금액 지급 </a:t>
            </a:r>
            <a:r>
              <a:rPr lang="en-US" altLang="ko-KR" sz="2800" dirty="0" smtClean="0"/>
              <a:t>– </a:t>
            </a:r>
            <a:r>
              <a:rPr lang="ko-KR" altLang="en-US" sz="2800" dirty="0" smtClean="0"/>
              <a:t>이외 돈은 사용불가</a:t>
            </a:r>
            <a:endParaRPr lang="en-US" altLang="ko-KR" sz="2800" dirty="0" smtClean="0"/>
          </a:p>
          <a:p>
            <a:pPr marL="0" indent="0">
              <a:buNone/>
            </a:pPr>
            <a:r>
              <a:rPr lang="en-US" altLang="ko-KR" sz="2800" dirty="0" smtClean="0"/>
              <a:t>  ( </a:t>
            </a:r>
            <a:r>
              <a:rPr lang="ko-KR" altLang="en-US" sz="2800" dirty="0" smtClean="0"/>
              <a:t>입장권 구매 금액만큼 </a:t>
            </a:r>
            <a:r>
              <a:rPr lang="en-US" altLang="ko-KR" sz="2800" dirty="0" smtClean="0"/>
              <a:t>300</a:t>
            </a:r>
            <a:r>
              <a:rPr lang="ko-KR" altLang="en-US" sz="2800" dirty="0" smtClean="0"/>
              <a:t>원으로 지급 </a:t>
            </a:r>
            <a:r>
              <a:rPr lang="en-US" altLang="ko-KR" sz="2800" dirty="0" smtClean="0"/>
              <a:t>)</a:t>
            </a:r>
          </a:p>
          <a:p>
            <a:r>
              <a:rPr lang="ko-KR" altLang="en-US" sz="2800" dirty="0" smtClean="0"/>
              <a:t>현재 보유금액으로 </a:t>
            </a:r>
            <a:r>
              <a:rPr lang="en-US" altLang="ko-KR" sz="2800" dirty="0" smtClean="0"/>
              <a:t>300</a:t>
            </a:r>
            <a:r>
              <a:rPr lang="ko-KR" altLang="en-US" sz="2800" dirty="0" smtClean="0"/>
              <a:t>원 </a:t>
            </a:r>
            <a:r>
              <a:rPr lang="ko-KR" altLang="en-US" sz="2800" dirty="0" err="1" smtClean="0"/>
              <a:t>이하시</a:t>
            </a:r>
            <a:r>
              <a:rPr lang="ko-KR" altLang="en-US" sz="2800" dirty="0" smtClean="0"/>
              <a:t> 일정 시간마다 돈 지급  </a:t>
            </a:r>
            <a:r>
              <a:rPr lang="en-US" altLang="ko-KR" sz="2800" dirty="0" smtClean="0"/>
              <a:t>, ex: </a:t>
            </a:r>
            <a:r>
              <a:rPr lang="ko-KR" altLang="en-US" sz="2800" dirty="0" smtClean="0"/>
              <a:t> </a:t>
            </a:r>
            <a:r>
              <a:rPr lang="en-US" altLang="ko-KR" sz="2800" dirty="0" smtClean="0"/>
              <a:t>1</a:t>
            </a:r>
            <a:r>
              <a:rPr lang="ko-KR" altLang="en-US" sz="2800" dirty="0" smtClean="0"/>
              <a:t>시간 </a:t>
            </a:r>
            <a:r>
              <a:rPr lang="en-US" altLang="ko-KR" sz="2800" dirty="0" smtClean="0"/>
              <a:t>= 100</a:t>
            </a:r>
            <a:r>
              <a:rPr lang="ko-KR" altLang="en-US" sz="2800" dirty="0" smtClean="0"/>
              <a:t>원 </a:t>
            </a:r>
            <a:endParaRPr lang="en-US" altLang="ko-KR" sz="2800" dirty="0" smtClean="0"/>
          </a:p>
          <a:p>
            <a:endParaRPr lang="en-US" altLang="ko-KR" sz="2800" dirty="0" smtClean="0"/>
          </a:p>
          <a:p>
            <a:endParaRPr lang="en-US" altLang="ko-KR" sz="2800" dirty="0" smtClean="0"/>
          </a:p>
          <a:p>
            <a:pPr marL="0" indent="0">
              <a:buNone/>
            </a:pPr>
            <a:endParaRPr lang="en-US" altLang="ko-KR" sz="2800" dirty="0" smtClean="0"/>
          </a:p>
          <a:p>
            <a:endParaRPr lang="en-US" altLang="ko-KR" sz="2800" dirty="0" smtClean="0"/>
          </a:p>
        </p:txBody>
      </p:sp>
    </p:spTree>
    <p:extLst>
      <p:ext uri="{BB962C8B-B14F-4D97-AF65-F5344CB8AC3E}">
        <p14:creationId xmlns:p14="http://schemas.microsoft.com/office/powerpoint/2010/main" val="3760933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게임 결과 정리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1600200"/>
            <a:ext cx="9145016" cy="4525963"/>
          </a:xfrm>
        </p:spPr>
        <p:txBody>
          <a:bodyPr/>
          <a:lstStyle/>
          <a:p>
            <a:r>
              <a:rPr lang="ko-KR" altLang="en-US" dirty="0" smtClean="0"/>
              <a:t>별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 이하는 무보수</a:t>
            </a:r>
            <a:endParaRPr lang="en-US" altLang="ko-KR" dirty="0" smtClean="0"/>
          </a:p>
          <a:p>
            <a:r>
              <a:rPr lang="ko-KR" altLang="en-US" dirty="0" smtClean="0"/>
              <a:t>별 </a:t>
            </a:r>
            <a:r>
              <a:rPr lang="en-US" altLang="ko-KR" dirty="0"/>
              <a:t>4</a:t>
            </a:r>
            <a:r>
              <a:rPr lang="ko-KR" altLang="en-US" dirty="0" smtClean="0"/>
              <a:t>개 이상 </a:t>
            </a:r>
            <a:r>
              <a:rPr lang="ko-KR" altLang="en-US" dirty="0" err="1" smtClean="0"/>
              <a:t>보유시</a:t>
            </a:r>
            <a:r>
              <a:rPr lang="ko-KR" altLang="en-US" dirty="0" smtClean="0"/>
              <a:t> 입장권 </a:t>
            </a:r>
            <a:r>
              <a:rPr lang="en-US" altLang="ko-KR" dirty="0" smtClean="0"/>
              <a:t>1</a:t>
            </a:r>
            <a:r>
              <a:rPr lang="ko-KR" altLang="en-US" dirty="0" smtClean="0"/>
              <a:t>장과 개당 </a:t>
            </a:r>
            <a:r>
              <a:rPr lang="en-US" altLang="ko-KR" dirty="0" smtClean="0"/>
              <a:t>80</a:t>
            </a:r>
            <a:r>
              <a:rPr lang="ko-KR" altLang="en-US" dirty="0" smtClean="0"/>
              <a:t>원씩 </a:t>
            </a:r>
            <a:r>
              <a:rPr lang="ko-KR" altLang="en-US" dirty="0" err="1" smtClean="0"/>
              <a:t>게임머니</a:t>
            </a:r>
            <a:r>
              <a:rPr lang="ko-KR" altLang="en-US" dirty="0" smtClean="0"/>
              <a:t> 지급 </a:t>
            </a:r>
            <a:r>
              <a:rPr lang="en-US" altLang="ko-KR" dirty="0" smtClean="0"/>
              <a:t>, </a:t>
            </a:r>
            <a:r>
              <a:rPr lang="ko-KR" altLang="en-US" dirty="0" smtClean="0"/>
              <a:t>랭킹 점수 지급</a:t>
            </a:r>
            <a:endParaRPr lang="en-US" altLang="ko-KR" dirty="0" smtClean="0"/>
          </a:p>
          <a:p>
            <a:r>
              <a:rPr lang="ko-KR" altLang="en-US" dirty="0" smtClean="0"/>
              <a:t>별 </a:t>
            </a:r>
            <a:r>
              <a:rPr lang="en-US" altLang="ko-KR" dirty="0" smtClean="0"/>
              <a:t>3</a:t>
            </a:r>
            <a:r>
              <a:rPr lang="ko-KR" altLang="en-US" dirty="0" err="1" smtClean="0"/>
              <a:t>개일시</a:t>
            </a:r>
            <a:r>
              <a:rPr lang="ko-KR" altLang="en-US" dirty="0" smtClean="0"/>
              <a:t> 입장권 지급 </a:t>
            </a:r>
            <a:r>
              <a:rPr lang="en-US" altLang="ko-KR" dirty="0" smtClean="0"/>
              <a:t>x </a:t>
            </a:r>
            <a:r>
              <a:rPr lang="ko-KR" altLang="en-US" dirty="0" smtClean="0"/>
              <a:t>별 보수 </a:t>
            </a:r>
            <a:r>
              <a:rPr lang="en-US" altLang="ko-KR" dirty="0" smtClean="0"/>
              <a:t>80</a:t>
            </a:r>
            <a:r>
              <a:rPr lang="ko-KR" altLang="en-US" dirty="0" err="1" smtClean="0"/>
              <a:t>원씩지급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1</a:t>
            </a:r>
            <a:r>
              <a:rPr lang="ko-KR" altLang="en-US" dirty="0" smtClean="0"/>
              <a:t>등은 추가 머니 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점수 지급 </a:t>
            </a:r>
            <a:r>
              <a:rPr lang="en-US" altLang="ko-KR" dirty="0" smtClean="0"/>
              <a:t> </a:t>
            </a:r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4237656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게임 머니 이동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 smtClean="0"/>
              <a:t>8</a:t>
            </a:r>
            <a:r>
              <a:rPr lang="ko-KR" altLang="en-US" dirty="0" smtClean="0"/>
              <a:t>명 플레이 기준시 </a:t>
            </a:r>
            <a:endParaRPr lang="en-US" altLang="ko-KR" dirty="0" smtClean="0"/>
          </a:p>
          <a:p>
            <a:r>
              <a:rPr lang="en-US" altLang="ko-KR" dirty="0" smtClean="0"/>
              <a:t>8 * 300 = 2400</a:t>
            </a:r>
            <a:r>
              <a:rPr lang="ko-KR" altLang="en-US" dirty="0" smtClean="0"/>
              <a:t>원</a:t>
            </a:r>
            <a:endParaRPr lang="en-US" altLang="ko-KR" dirty="0" smtClean="0"/>
          </a:p>
          <a:p>
            <a:r>
              <a:rPr lang="ko-KR" altLang="en-US" dirty="0" smtClean="0"/>
              <a:t>최고 지급액 </a:t>
            </a:r>
            <a:r>
              <a:rPr lang="en-US" altLang="ko-KR" dirty="0" smtClean="0"/>
              <a:t>: 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1920</a:t>
            </a:r>
            <a:r>
              <a:rPr lang="ko-KR" altLang="en-US" dirty="0" smtClean="0"/>
              <a:t>원 </a:t>
            </a:r>
            <a:r>
              <a:rPr lang="en-US" altLang="ko-KR" dirty="0" smtClean="0"/>
              <a:t>+ </a:t>
            </a:r>
            <a:r>
              <a:rPr lang="ko-KR" altLang="en-US" dirty="0" smtClean="0"/>
              <a:t>알파</a:t>
            </a:r>
            <a:r>
              <a:rPr lang="en-US" altLang="ko-KR" dirty="0" smtClean="0"/>
              <a:t>(200) * N = 2120 + ?(</a:t>
            </a:r>
            <a:r>
              <a:rPr lang="ko-KR" altLang="en-US" dirty="0" smtClean="0"/>
              <a:t>복수</a:t>
            </a:r>
            <a:r>
              <a:rPr lang="en-US" altLang="ko-KR" dirty="0" smtClean="0"/>
              <a:t>1</a:t>
            </a:r>
            <a:r>
              <a:rPr lang="ko-KR" altLang="en-US" dirty="0" smtClean="0"/>
              <a:t>등</a:t>
            </a:r>
            <a:r>
              <a:rPr lang="en-US" altLang="ko-KR" dirty="0" smtClean="0"/>
              <a:t>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4</a:t>
            </a:r>
            <a:r>
              <a:rPr lang="ko-KR" altLang="en-US" dirty="0" smtClean="0"/>
              <a:t>명 </a:t>
            </a:r>
            <a:r>
              <a:rPr lang="en-US" altLang="ko-KR" dirty="0" smtClean="0"/>
              <a:t>*</a:t>
            </a:r>
            <a:r>
              <a:rPr lang="ko-KR" altLang="en-US" dirty="0" smtClean="0"/>
              <a:t> </a:t>
            </a:r>
            <a:r>
              <a:rPr lang="en-US" altLang="ko-KR" dirty="0" smtClean="0"/>
              <a:t>480</a:t>
            </a:r>
            <a:r>
              <a:rPr lang="ko-KR" altLang="en-US" dirty="0" smtClean="0"/>
              <a:t>원 </a:t>
            </a:r>
            <a:r>
              <a:rPr lang="en-US" altLang="ko-KR" dirty="0" smtClean="0"/>
              <a:t>+ 1</a:t>
            </a:r>
            <a:r>
              <a:rPr lang="ko-KR" altLang="en-US" dirty="0" smtClean="0"/>
              <a:t>등 </a:t>
            </a:r>
            <a:r>
              <a:rPr lang="ko-KR" altLang="en-US" dirty="0" err="1" smtClean="0"/>
              <a:t>추가금</a:t>
            </a:r>
            <a:r>
              <a:rPr lang="en-US" altLang="ko-KR" dirty="0" smtClean="0"/>
              <a:t>(200)  * N</a:t>
            </a:r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80 </a:t>
            </a:r>
            <a:r>
              <a:rPr lang="ko-KR" altLang="en-US" dirty="0" smtClean="0"/>
              <a:t>원의 보상금이 과연 적당할까</a:t>
            </a:r>
            <a:r>
              <a:rPr lang="en-US" altLang="ko-KR" dirty="0" smtClean="0"/>
              <a:t>?</a:t>
            </a:r>
          </a:p>
          <a:p>
            <a:pPr marL="0" indent="0">
              <a:buNone/>
            </a:pPr>
            <a:r>
              <a:rPr lang="en-US" altLang="ko-KR" dirty="0" smtClean="0"/>
              <a:t>300</a:t>
            </a:r>
            <a:r>
              <a:rPr lang="ko-KR" altLang="en-US" dirty="0" smtClean="0"/>
              <a:t>원을 쓰고 들어가서 얼마를 벌어야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충분한 보상이 될까</a:t>
            </a:r>
            <a:r>
              <a:rPr lang="en-US" altLang="ko-KR" dirty="0" smtClean="0"/>
              <a:t>?</a:t>
            </a:r>
          </a:p>
          <a:p>
            <a:pPr marL="0" indent="0">
              <a:buNone/>
            </a:pP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1403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BM </a:t>
            </a:r>
            <a:r>
              <a:rPr lang="ko-KR" altLang="en-US" dirty="0" smtClean="0"/>
              <a:t>모델 </a:t>
            </a:r>
            <a:endParaRPr lang="ko-KR" altLang="en-US" dirty="0"/>
          </a:p>
        </p:txBody>
      </p:sp>
      <p:pic>
        <p:nvPicPr>
          <p:cNvPr id="1026" name="Picture 2" descr="C:\Users\goldenboy\Desktop\MyJob\20170702_00171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525872"/>
            <a:ext cx="1720991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915816" y="1525872"/>
            <a:ext cx="58326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3D </a:t>
            </a:r>
            <a:r>
              <a:rPr lang="ko-KR" altLang="en-US" dirty="0" smtClean="0"/>
              <a:t>캐릭터 </a:t>
            </a:r>
            <a:endParaRPr lang="en-US" altLang="ko-KR" dirty="0" smtClean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추가로 </a:t>
            </a:r>
            <a:r>
              <a:rPr lang="ko-KR" altLang="en-US" dirty="0" err="1" smtClean="0"/>
              <a:t>커스텀</a:t>
            </a:r>
            <a:r>
              <a:rPr lang="ko-KR" altLang="en-US" dirty="0" smtClean="0"/>
              <a:t> 가능하게 할 것인가</a:t>
            </a:r>
            <a:r>
              <a:rPr lang="en-US" altLang="ko-KR" dirty="0" smtClean="0"/>
              <a:t>? 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색깔을 따로 판매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err="1" smtClean="0"/>
              <a:t>케릭터는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출시때</a:t>
            </a:r>
            <a:r>
              <a:rPr lang="ko-KR" altLang="en-US" dirty="0" smtClean="0"/>
              <a:t> 몇 개를 </a:t>
            </a:r>
            <a:r>
              <a:rPr lang="ko-KR" altLang="en-US" dirty="0" err="1" smtClean="0"/>
              <a:t>가져갈것인가</a:t>
            </a:r>
            <a:r>
              <a:rPr lang="en-US" altLang="ko-KR" dirty="0" smtClean="0"/>
              <a:t>?</a:t>
            </a:r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기본 캐릭터는 몇 개를 </a:t>
            </a:r>
            <a:r>
              <a:rPr lang="ko-KR" altLang="en-US" dirty="0" err="1" smtClean="0"/>
              <a:t>줄것인가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en-US" altLang="ko-KR" dirty="0" smtClean="0"/>
          </a:p>
        </p:txBody>
      </p:sp>
      <p:pic>
        <p:nvPicPr>
          <p:cNvPr id="1027" name="Picture 3" descr="C:\Users\goldenboy\Desktop\MyJob\C_Car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913" y="4048585"/>
            <a:ext cx="1754856" cy="2523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915816" y="4156342"/>
            <a:ext cx="583264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카드는 판매가 가능할 것인가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카드 테두리만 </a:t>
            </a:r>
            <a:r>
              <a:rPr lang="ko-KR" altLang="en-US" dirty="0" err="1" smtClean="0"/>
              <a:t>바꾸는것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카드 아이콘을 </a:t>
            </a:r>
            <a:r>
              <a:rPr lang="ko-KR" altLang="en-US" dirty="0" err="1" smtClean="0"/>
              <a:t>바꾸는것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상대방과 </a:t>
            </a:r>
            <a:r>
              <a:rPr lang="ko-KR" altLang="en-US" dirty="0" err="1" smtClean="0"/>
              <a:t>거래시</a:t>
            </a:r>
            <a:r>
              <a:rPr lang="ko-KR" altLang="en-US" dirty="0" smtClean="0"/>
              <a:t> 이동가능</a:t>
            </a:r>
            <a:r>
              <a:rPr lang="en-US" altLang="ko-KR" dirty="0" smtClean="0"/>
              <a:t>.?</a:t>
            </a:r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경매장에서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그리고 상대방과 </a:t>
            </a:r>
            <a:r>
              <a:rPr lang="ko-KR" altLang="en-US" dirty="0" err="1" smtClean="0"/>
              <a:t>배틀시만</a:t>
            </a:r>
            <a:r>
              <a:rPr lang="ko-KR" altLang="en-US" dirty="0" smtClean="0"/>
              <a:t> 보임 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문제</a:t>
            </a:r>
            <a:r>
              <a:rPr lang="en-US" altLang="ko-KR" dirty="0" smtClean="0"/>
              <a:t>: </a:t>
            </a:r>
            <a:r>
              <a:rPr lang="ko-KR" altLang="en-US" u="sng" dirty="0" smtClean="0">
                <a:solidFill>
                  <a:srgbClr val="FF0000"/>
                </a:solidFill>
              </a:rPr>
              <a:t>카드의 종류별 인식이 필요한지에 대한 문제</a:t>
            </a:r>
            <a:r>
              <a:rPr lang="en-US" altLang="ko-KR" u="sng" dirty="0" smtClean="0">
                <a:solidFill>
                  <a:srgbClr val="FF0000"/>
                </a:solidFill>
              </a:rPr>
              <a:t>.</a:t>
            </a:r>
            <a:r>
              <a:rPr lang="en-US" altLang="ko-KR" u="sng" dirty="0">
                <a:solidFill>
                  <a:srgbClr val="FF0000"/>
                </a:solidFill>
              </a:rPr>
              <a:t>X</a:t>
            </a:r>
            <a:endParaRPr lang="en-US" altLang="ko-KR" u="sng" dirty="0" smtClean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66628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3977" y="1052736"/>
            <a:ext cx="79928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/>
              <a:t>입장권 </a:t>
            </a:r>
            <a:r>
              <a:rPr lang="en-US" altLang="ko-KR" dirty="0" smtClean="0"/>
              <a:t>: </a:t>
            </a:r>
          </a:p>
          <a:p>
            <a:endParaRPr lang="en-US" altLang="ko-KR" dirty="0"/>
          </a:p>
          <a:p>
            <a:r>
              <a:rPr lang="ko-KR" altLang="en-US" dirty="0" smtClean="0"/>
              <a:t>게임을 진 플레이어는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err="1" smtClean="0"/>
              <a:t>일정시간동안</a:t>
            </a:r>
            <a:r>
              <a:rPr lang="ko-KR" altLang="en-US" dirty="0" smtClean="0"/>
              <a:t> 게임을 할 수 </a:t>
            </a:r>
            <a:r>
              <a:rPr lang="ko-KR" altLang="en-US" dirty="0" err="1" smtClean="0"/>
              <a:t>없게된다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게임을 할 수 있는 방법 </a:t>
            </a:r>
            <a:endParaRPr lang="en-US" altLang="ko-KR" dirty="0" smtClean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 smtClean="0"/>
              <a:t>15</a:t>
            </a:r>
            <a:r>
              <a:rPr lang="ko-KR" altLang="en-US" dirty="0" smtClean="0"/>
              <a:t>초짜리 이상 광고를 보고 </a:t>
            </a:r>
            <a:r>
              <a:rPr lang="ko-KR" altLang="en-US" dirty="0" err="1" smtClean="0"/>
              <a:t>난이후</a:t>
            </a:r>
            <a:r>
              <a:rPr lang="ko-KR" altLang="en-US" dirty="0" smtClean="0"/>
              <a:t> 입장권을 받는 방법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스킵</a:t>
            </a:r>
            <a:r>
              <a:rPr lang="ko-KR" altLang="en-US" dirty="0" smtClean="0"/>
              <a:t> 불가</a:t>
            </a:r>
            <a:endParaRPr lang="en-US" altLang="ko-KR" dirty="0"/>
          </a:p>
          <a:p>
            <a:r>
              <a:rPr lang="en-US" altLang="ko-KR" dirty="0" smtClean="0"/>
              <a:t>(</a:t>
            </a:r>
            <a:r>
              <a:rPr lang="ko-KR" altLang="en-US" dirty="0" err="1" smtClean="0"/>
              <a:t>스킵가능한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광고시</a:t>
            </a:r>
            <a:r>
              <a:rPr lang="ko-KR" altLang="en-US" dirty="0" smtClean="0"/>
              <a:t> </a:t>
            </a:r>
            <a:r>
              <a:rPr lang="en-US" altLang="ko-KR" dirty="0" smtClean="0"/>
              <a:t>1000</a:t>
            </a:r>
            <a:r>
              <a:rPr lang="ko-KR" altLang="en-US" dirty="0" smtClean="0"/>
              <a:t>회 </a:t>
            </a:r>
            <a:r>
              <a:rPr lang="ko-KR" altLang="en-US" dirty="0" err="1" smtClean="0"/>
              <a:t>시청시</a:t>
            </a:r>
            <a:r>
              <a:rPr lang="ko-KR" altLang="en-US" dirty="0" smtClean="0"/>
              <a:t> </a:t>
            </a:r>
            <a:r>
              <a:rPr lang="en-US" altLang="ko-KR" dirty="0" smtClean="0"/>
              <a:t>6~12</a:t>
            </a:r>
            <a:r>
              <a:rPr lang="ko-KR" altLang="en-US" dirty="0" smtClean="0"/>
              <a:t>달러 수익 </a:t>
            </a:r>
            <a:r>
              <a:rPr lang="en-US" altLang="ko-KR" dirty="0" smtClean="0"/>
              <a:t>)</a:t>
            </a:r>
          </a:p>
          <a:p>
            <a:endParaRPr lang="en-US" altLang="ko-KR" dirty="0"/>
          </a:p>
          <a:p>
            <a:r>
              <a:rPr lang="en-US" altLang="ko-KR" dirty="0" smtClean="0"/>
              <a:t>2. </a:t>
            </a:r>
            <a:r>
              <a:rPr lang="ko-KR" altLang="en-US" dirty="0" smtClean="0"/>
              <a:t>일 </a:t>
            </a:r>
            <a:r>
              <a:rPr lang="en-US" altLang="ko-KR" dirty="0"/>
              <a:t>2</a:t>
            </a:r>
            <a:r>
              <a:rPr lang="ko-KR" altLang="en-US" dirty="0" smtClean="0"/>
              <a:t>회 </a:t>
            </a:r>
            <a:r>
              <a:rPr lang="ko-KR" altLang="en-US" dirty="0" err="1" smtClean="0"/>
              <a:t>제한등의</a:t>
            </a:r>
            <a:r>
              <a:rPr lang="ko-KR" altLang="en-US" dirty="0" smtClean="0"/>
              <a:t> 광고 횟수 제한 둠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3. </a:t>
            </a:r>
            <a:r>
              <a:rPr lang="ko-KR" altLang="en-US" dirty="0" smtClean="0"/>
              <a:t>획득한 </a:t>
            </a:r>
            <a:r>
              <a:rPr lang="ko-KR" altLang="en-US" dirty="0" err="1" smtClean="0"/>
              <a:t>골드가지고</a:t>
            </a:r>
            <a:r>
              <a:rPr lang="ko-KR" altLang="en-US" dirty="0" smtClean="0"/>
              <a:t> 구매 진행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5171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264125"/>
            <a:ext cx="7992888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추가 필요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sz="3200" dirty="0" smtClean="0"/>
              <a:t>랭킹모드</a:t>
            </a:r>
            <a:r>
              <a:rPr lang="ko-KR" altLang="en-US" dirty="0" smtClean="0"/>
              <a:t> </a:t>
            </a:r>
            <a:r>
              <a:rPr lang="en-US" altLang="ko-KR" dirty="0" smtClean="0"/>
              <a:t>2</a:t>
            </a:r>
            <a:r>
              <a:rPr lang="ko-KR" altLang="en-US" dirty="0" smtClean="0"/>
              <a:t>주마다 승리점수를 취합</a:t>
            </a:r>
            <a:r>
              <a:rPr lang="en-US" altLang="ko-KR" dirty="0" smtClean="0"/>
              <a:t>. </a:t>
            </a:r>
            <a:r>
              <a:rPr lang="ko-KR" altLang="en-US" dirty="0" smtClean="0"/>
              <a:t>랭킹등급에 따라 보상지급 </a:t>
            </a:r>
            <a:endParaRPr lang="en-US" altLang="ko-KR" dirty="0" smtClean="0"/>
          </a:p>
          <a:p>
            <a:r>
              <a:rPr lang="en-US" altLang="ko-KR" dirty="0" smtClean="0"/>
              <a:t>     ( </a:t>
            </a:r>
            <a:r>
              <a:rPr lang="ko-KR" altLang="en-US" dirty="0" smtClean="0"/>
              <a:t>보상은 상점에서 살 수 없는 아이템 혹은</a:t>
            </a:r>
            <a:r>
              <a:rPr lang="en-US" altLang="ko-KR" dirty="0" smtClean="0"/>
              <a:t>…</a:t>
            </a:r>
            <a:r>
              <a:rPr lang="ko-KR" altLang="en-US" dirty="0" err="1" smtClean="0"/>
              <a:t>게임머니</a:t>
            </a:r>
            <a:r>
              <a:rPr lang="ko-KR" altLang="en-US" dirty="0" smtClean="0"/>
              <a:t> </a:t>
            </a:r>
            <a:r>
              <a:rPr lang="en-US" altLang="ko-KR" dirty="0" smtClean="0"/>
              <a:t>)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sz="3200" dirty="0" smtClean="0"/>
              <a:t>2. </a:t>
            </a:r>
            <a:r>
              <a:rPr lang="ko-KR" altLang="en-US" sz="3200" dirty="0" smtClean="0"/>
              <a:t>은행시스템 </a:t>
            </a:r>
            <a:r>
              <a:rPr lang="ko-KR" altLang="en-US" sz="1600" dirty="0" smtClean="0"/>
              <a:t>넣어야 하는지 말아야 하는지 고민</a:t>
            </a:r>
            <a:endParaRPr lang="en-US" altLang="ko-KR" sz="1600" dirty="0" smtClean="0"/>
          </a:p>
          <a:p>
            <a:endParaRPr lang="en-US" altLang="ko-KR" sz="1600" dirty="0" smtClean="0"/>
          </a:p>
          <a:p>
            <a:pPr marL="285750" indent="-285750">
              <a:buFontTx/>
              <a:buChar char="-"/>
            </a:pPr>
            <a:r>
              <a:rPr lang="ko-KR" altLang="en-US" sz="1600" dirty="0" smtClean="0"/>
              <a:t>별을 다 소모했다는 가정하에  </a:t>
            </a:r>
            <a:r>
              <a:rPr lang="en-US" altLang="ko-KR" sz="1600" dirty="0" smtClean="0"/>
              <a:t>1000</a:t>
            </a:r>
            <a:r>
              <a:rPr lang="ko-KR" altLang="en-US" sz="1600" dirty="0" smtClean="0"/>
              <a:t>원까지 내 금고에서 게임으로 대출을 </a:t>
            </a:r>
            <a:endParaRPr lang="en-US" altLang="ko-KR" sz="1600" dirty="0" smtClean="0"/>
          </a:p>
          <a:p>
            <a:r>
              <a:rPr lang="ko-KR" altLang="en-US" sz="1600" dirty="0" smtClean="0"/>
              <a:t>받을 수 있게끔 하는 시스템 </a:t>
            </a:r>
            <a:r>
              <a:rPr lang="en-US" altLang="ko-KR" sz="1600" dirty="0" smtClean="0"/>
              <a:t>( 20%</a:t>
            </a:r>
            <a:r>
              <a:rPr lang="ko-KR" altLang="en-US" sz="1600" dirty="0" smtClean="0"/>
              <a:t>의 수수료를 제하고 </a:t>
            </a:r>
            <a:r>
              <a:rPr lang="en-US" altLang="ko-KR" sz="1600" dirty="0" smtClean="0"/>
              <a:t>)</a:t>
            </a:r>
          </a:p>
          <a:p>
            <a:r>
              <a:rPr lang="ko-KR" altLang="en-US" dirty="0" smtClean="0"/>
              <a:t>사행성으로 인해서 안됨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3. </a:t>
            </a:r>
            <a:r>
              <a:rPr lang="ko-KR" altLang="en-US" dirty="0" smtClean="0"/>
              <a:t>금액별 게임 진입단계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- 300</a:t>
            </a:r>
            <a:r>
              <a:rPr lang="ko-KR" altLang="en-US" dirty="0" smtClean="0"/>
              <a:t>원</a:t>
            </a:r>
            <a:r>
              <a:rPr lang="en-US" altLang="ko-KR" dirty="0" smtClean="0"/>
              <a:t>, 500</a:t>
            </a:r>
            <a:r>
              <a:rPr lang="ko-KR" altLang="en-US" dirty="0" smtClean="0"/>
              <a:t>원</a:t>
            </a:r>
            <a:r>
              <a:rPr lang="en-US" altLang="ko-KR" dirty="0" smtClean="0"/>
              <a:t>, 1000</a:t>
            </a:r>
            <a:r>
              <a:rPr lang="ko-KR" altLang="en-US" dirty="0" smtClean="0"/>
              <a:t>원 등의 입장권 변화 필요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4906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99592" y="836712"/>
            <a:ext cx="684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컨셉</a:t>
            </a:r>
            <a:r>
              <a:rPr lang="ko-KR" altLang="en-US" dirty="0" smtClean="0"/>
              <a:t> 이미지 모음집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311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354</Words>
  <Application>Microsoft Office PowerPoint</Application>
  <PresentationFormat>화면 슬라이드 쇼(4:3)</PresentationFormat>
  <Paragraphs>75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PowerPoint 프레젠테이션</vt:lpstr>
      <vt:lpstr> 게임 규칙 정리</vt:lpstr>
      <vt:lpstr>게임 결과 정리</vt:lpstr>
      <vt:lpstr>게임 머니 이동 </vt:lpstr>
      <vt:lpstr>BM 모델 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goldenboy</dc:creator>
  <cp:lastModifiedBy>goldenboy</cp:lastModifiedBy>
  <cp:revision>230</cp:revision>
  <dcterms:created xsi:type="dcterms:W3CDTF">2017-06-30T13:56:01Z</dcterms:created>
  <dcterms:modified xsi:type="dcterms:W3CDTF">2017-07-11T15:46:48Z</dcterms:modified>
</cp:coreProperties>
</file>