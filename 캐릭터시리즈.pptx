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1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C8124D-26D4-4529-AA88-403FCC28C6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708824E-6101-47A3-A480-C199B8398C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0371D5-2557-484E-981F-80E6C9D4A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A025-69CB-46D4-A58E-069B7AF19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03DFE6-3BAD-439B-AF92-E683418C9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325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3CC9C-690E-4B2D-B863-F86899F5F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030860-5576-47CE-B128-77523A8CB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24CB41-600D-4377-B542-01C0CEB8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3377BE-8B86-412A-8C11-51C6D76F8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7B3720-4A0F-4862-BA30-86853BFA0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060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2EAD3-0AA7-4DDA-A902-26638381C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ED379F-9B89-4D92-A758-D4720A393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D905CA-65E8-4E8F-B87C-7D48CBABC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9CC6F4-6533-4F0C-A474-3415068D2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DF8D3-96D9-4EA5-954F-1DF6F8FD6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444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D7EBF-2B9C-4FF3-B8DC-D0101CD7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2DE92-2C65-4A8B-8996-83F66777C8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1FA369-717E-4B31-895F-BB3C07F4D8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689DA73-9398-4F57-8AA5-470026312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7884E1-13C1-4089-9536-E6EF1DB0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BF3B39-64D9-4388-B126-CF34116CA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246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9462B-5390-4892-AA6E-E19E5F6B3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57BA4A-AB3F-4FBE-8770-D3EFEDF35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8BEB46-01A7-4640-8899-6335F7449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73E23F-300A-4500-A1A9-A6709DD4D0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310A2FD-4A7B-4DAE-8FD5-8C5A6882C5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07B7B4-D22C-4CCF-ADFC-58414B29F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FA3C68E-24EE-4C93-B917-D1C87AB3C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9546FB-658B-4C90-846C-80FDA478E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386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F42F09-973B-4426-B76B-C3E3EDAAB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651856-0C40-4C28-B36F-893D6FA72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84432F1-4453-4117-A7DD-B34C677CC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441C9A-7F62-4E33-A99B-9E91056D0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28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2E46BFB-5E7E-4D49-81DD-61EB84CD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81D6FCA-D9D9-4D26-B846-0AA3695EC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1C57EE-41A3-48FA-9305-0423FC62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094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E2576-5EF6-4D11-8DB0-E79100F9A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9C3ECD-2E93-4788-9DDF-A4EC5715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F3B834-F120-42A9-87A8-CEF7DD265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54398B-413A-45A8-A132-D42EDE15A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B6C9DB5-BD36-4B40-99C2-1ECC09646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0FF1B0A-97D2-4A87-A9AA-B9893AF3E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668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079CF2-2D19-414C-9AF9-A61F603F4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323AE55-23B9-41AE-B457-97762D2125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D43BFC-DB34-498A-B41A-8583B3461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F5353D-38C0-4883-B57A-E45609239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D9503D-CE6E-4895-976C-F71F2F9AC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DD4A67-B863-42F3-9C91-0EE73600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64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73731-5565-495C-BA25-B4F1C8796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81B473-89EA-4D3C-BED5-357563096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89721D-AF1C-420C-ACFB-4DE651D8B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16CA5-B3C7-4220-92B6-7549DB8B0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DB6C51-71DE-452A-BF4B-1CFCA1B9A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8501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247A3A7-9A53-4366-B2D1-6873575B6D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BB7B23E-ED64-4215-8F00-9DEB0EC47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CB5D85-BB80-4A3E-BF80-9C5F54BE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96A261-F634-4ED9-BE63-A16B0B6C5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AA155D-5583-4DA7-ACDC-0DF4DB1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418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DDBF42D-38A0-4F96-8A3D-041D133E1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0F177C8-FD63-4CC5-93EF-48ACD74C2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657CDE-34E2-4827-AFA2-3A6C8E3189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B9CC73-6533-440A-88C5-80BF22CCFD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92404-C8E4-4B9E-8865-8D342C505E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46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F6CDEB-7638-400E-BDF1-4EDDFB593A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케릭터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6026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22531F4-097B-4499-AE7F-B42E73BBA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603" y="568186"/>
            <a:ext cx="3677163" cy="55538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1C6A67-72C5-4E02-9DB3-7D58F511C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461" y="677739"/>
            <a:ext cx="2505425" cy="2667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0D5BC2-E81E-4D90-9F15-7F089B98593E}"/>
              </a:ext>
            </a:extLst>
          </p:cNvPr>
          <p:cNvSpPr txBox="1"/>
          <p:nvPr/>
        </p:nvSpPr>
        <p:spPr>
          <a:xfrm>
            <a:off x="4897766" y="4588778"/>
            <a:ext cx="4724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마술모자 캐릭터</a:t>
            </a:r>
          </a:p>
        </p:txBody>
      </p:sp>
    </p:spTree>
    <p:extLst>
      <p:ext uri="{BB962C8B-B14F-4D97-AF65-F5344CB8AC3E}">
        <p14:creationId xmlns:p14="http://schemas.microsoft.com/office/powerpoint/2010/main" val="23183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EBA9BB2-68B6-4D62-BDF8-D689056C8F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43" y="597319"/>
            <a:ext cx="2657846" cy="380100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4DCACD-AABB-44F4-AA25-791896C28A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201" y="228203"/>
            <a:ext cx="3867690" cy="370574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9E58DDA-D63D-4CA1-851B-6D290444CE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45" y="3313856"/>
            <a:ext cx="4667901" cy="33342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ECFA3F-54E5-49C3-81D1-0530169E220B}"/>
              </a:ext>
            </a:extLst>
          </p:cNvPr>
          <p:cNvSpPr txBox="1"/>
          <p:nvPr/>
        </p:nvSpPr>
        <p:spPr>
          <a:xfrm>
            <a:off x="3867325" y="1174459"/>
            <a:ext cx="3439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고니의 빨간 마이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D8A36C-9473-49B9-83E9-C884C7DCB002}"/>
              </a:ext>
            </a:extLst>
          </p:cNvPr>
          <p:cNvSpPr txBox="1"/>
          <p:nvPr/>
        </p:nvSpPr>
        <p:spPr>
          <a:xfrm>
            <a:off x="8934275" y="4077050"/>
            <a:ext cx="2667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아귀의 </a:t>
            </a:r>
            <a:r>
              <a:rPr lang="ko-KR" altLang="en-US" dirty="0" err="1"/>
              <a:t>썬글라스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15E22B-9193-4A64-A21C-B4411C568649}"/>
              </a:ext>
            </a:extLst>
          </p:cNvPr>
          <p:cNvSpPr txBox="1"/>
          <p:nvPr/>
        </p:nvSpPr>
        <p:spPr>
          <a:xfrm>
            <a:off x="8498048" y="5855516"/>
            <a:ext cx="3306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정마담의 꽃무늬 원피스</a:t>
            </a:r>
          </a:p>
        </p:txBody>
      </p:sp>
    </p:spTree>
    <p:extLst>
      <p:ext uri="{BB962C8B-B14F-4D97-AF65-F5344CB8AC3E}">
        <p14:creationId xmlns:p14="http://schemas.microsoft.com/office/powerpoint/2010/main" val="199872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C2303-21A2-4026-A7E2-DED856BC1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한국 배경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43F82C24-85BD-439A-A647-C85FDD5D04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660" y="1876847"/>
            <a:ext cx="6747862" cy="435133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A58DCEA-4FE7-49DF-86D4-63487F51DE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428" y="365125"/>
            <a:ext cx="2667372" cy="60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879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</Words>
  <Application>Microsoft Office PowerPoint</Application>
  <PresentationFormat>와이드스크린</PresentationFormat>
  <Paragraphs>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케릭터</vt:lpstr>
      <vt:lpstr>PowerPoint 프레젠테이션</vt:lpstr>
      <vt:lpstr>PowerPoint 프레젠테이션</vt:lpstr>
      <vt:lpstr>한국 배경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케릭터</dc:title>
  <dc:creator>조효훈(Hyohoon Jo)</dc:creator>
  <cp:lastModifiedBy>조효훈(Hyohoon Jo)</cp:lastModifiedBy>
  <cp:revision>9</cp:revision>
  <dcterms:created xsi:type="dcterms:W3CDTF">2017-07-12T11:09:45Z</dcterms:created>
  <dcterms:modified xsi:type="dcterms:W3CDTF">2017-07-12T11:23:38Z</dcterms:modified>
</cp:coreProperties>
</file>