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1" r:id="rId6"/>
    <p:sldId id="262" r:id="rId7"/>
    <p:sldId id="258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26" y="-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5C8124D-26D4-4529-AA88-403FCC28C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1708824E-6101-47A3-A480-C199B8398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70371D5-2557-484E-981F-80E6C9D4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1C5A025-69CB-46D4-A58E-069B7AF1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003DFE6-3BAD-439B-AF92-E683418C9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32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893CC9C-690E-4B2D-B863-F86899F5F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C030860-5576-47CE-B128-77523A8CB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424CB41-600D-4377-B542-01C0CEB8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43377BE-8B86-412A-8C11-51C6D76F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F7B3720-4A0F-4862-BA30-86853BFA0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06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432EAD3-0AA7-4DDA-A902-26638381C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8ED379F-9B89-4D92-A758-D4720A393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D905CA-65E8-4E8F-B87C-7D48CBAB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79CC6F4-6533-4F0C-A474-3415068D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A4DF8D3-96D9-4EA5-954F-1DF6F8FD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44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FED7EBF-2B9C-4FF3-B8DC-D0101CD7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8C2DE92-2C65-4A8B-8996-83F66777C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0F1FA369-717E-4B31-895F-BB3C07F4D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689DA73-9398-4F57-8AA5-47002631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77884E1-13C1-4089-9536-E6EF1DB0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8BF3B39-64D9-4388-B126-CF34116C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24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7D9462B-5390-4892-AA6E-E19E5F6B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B857BA4A-AB3F-4FBE-8770-D3EFEDF35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9A8BEB46-01A7-4640-8899-6335F7449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F773E23F-300A-4500-A1A9-A6709DD4D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C310A2FD-4A7B-4DAE-8FD5-8C5A6882C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107B7B4-D22C-4CCF-ADFC-58414B29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6FA3C68E-24EE-4C93-B917-D1C87AB3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5D9546FB-658B-4C90-846C-80FDA478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386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7F42F09-973B-4426-B76B-C3E3EDAAB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E8651856-0C40-4C28-B36F-893D6FA7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384432F1-4453-4117-A7DD-B34C677C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29441C9A-7F62-4E33-A99B-9E91056D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8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2E46BFB-5E7E-4D49-81DD-61EB84CD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B81D6FCA-D9D9-4D26-B846-0AA3695E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A11C57EE-41A3-48FA-9305-0423FC6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09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87E2576-5EF6-4D11-8DB0-E79100F9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D9C3ECD-2E93-4788-9DDF-A4EC5715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18F3B834-F120-42A9-87A8-CEF7DD265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754398B-413A-45A8-A132-D42EDE15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BB6C9DB5-BD36-4B40-99C2-1ECC0964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90FF1B0A-97D2-4A87-A9AA-B9893AF3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66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F079CF2-2D19-414C-9AF9-A61F603F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323AE55-23B9-41AE-B457-97762D212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DD43BFC-DB34-498A-B41A-8583B3461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6F5353D-38C0-4883-B57A-E4560923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2D9503D-CE6E-4895-976C-F71F2F9A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BDDD4A67-B863-42F3-9C91-0EE73600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4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8573731-5565-495C-BA25-B4F1C879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1281B473-89EA-4D3C-BED5-357563096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C89721D-AF1C-420C-ACFB-4DE651D8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3B16CA5-B3C7-4220-92B6-7549DB8B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CDB6C51-71DE-452A-BF4B-1CFCA1B9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50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5247A3A7-9A53-4366-B2D1-6873575B6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4BB7B23E-ED64-4215-8F00-9DEB0EC47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ECB5D85-BB80-4A3E-BF80-9C5F54BE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296A261-F634-4ED9-BE63-A16B0B6C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5AA155D-5583-4DA7-ACDC-0DF4DB12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41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DDBF42D-38A0-4F96-8A3D-041D133E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0F177C8-FD63-4CC5-93EF-48ACD74C2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8657CDE-34E2-4827-AFA2-3A6C8E318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A4438-901F-458B-9C9D-689092135E7A}" type="datetimeFigureOut">
              <a:rPr lang="ko-KR" altLang="en-US" smtClean="0"/>
              <a:t>2017-12-02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DB9CC73-6533-440A-88C5-80BF22CCF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9792404-C8E4-4B9E-8865-8D342C505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DDDCE-4324-4311-95DA-09060AB73A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6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FF6CDEB-7638-400E-BDF1-4EDDFB593A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케릭터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6026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00D5BC2-E81E-4D90-9F15-7F089B98593E}"/>
              </a:ext>
            </a:extLst>
          </p:cNvPr>
          <p:cNvSpPr txBox="1"/>
          <p:nvPr/>
        </p:nvSpPr>
        <p:spPr>
          <a:xfrm>
            <a:off x="3675021" y="6136645"/>
            <a:ext cx="4724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/>
              <a:t>현재 캐릭터 </a:t>
            </a:r>
            <a:endParaRPr lang="ko-KR" altLang="en-US" sz="3200" dirty="0"/>
          </a:p>
        </p:txBody>
      </p:sp>
      <p:pic>
        <p:nvPicPr>
          <p:cNvPr id="2050" name="Picture 2" descr="C:\Users\goldenboy\Desktop\currentCharac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90" y="1109146"/>
            <a:ext cx="10040938" cy="490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3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651" y="8867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3 </a:t>
            </a:r>
            <a:r>
              <a:rPr lang="ko-KR" altLang="en-US" sz="3200" dirty="0" smtClean="0"/>
              <a:t>등신 현재 캐릭터 </a:t>
            </a:r>
            <a:endParaRPr lang="ko-KR" alt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84790" y="1196462"/>
            <a:ext cx="96756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왼쪽부터 기본캐릭터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오른쪽 </a:t>
            </a:r>
            <a:r>
              <a:rPr lang="ko-KR" altLang="en-US" dirty="0" err="1" smtClean="0"/>
              <a:t>두개</a:t>
            </a:r>
            <a:r>
              <a:rPr lang="ko-KR" altLang="en-US" dirty="0" smtClean="0"/>
              <a:t>  </a:t>
            </a:r>
            <a:r>
              <a:rPr lang="ko-KR" altLang="en-US" dirty="0" err="1" smtClean="0"/>
              <a:t>에셋스토어</a:t>
            </a:r>
            <a:r>
              <a:rPr lang="ko-KR" altLang="en-US" dirty="0" smtClean="0"/>
              <a:t> 구매 캐릭터 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기본캐릭터 변경의향 있음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게임속</a:t>
            </a:r>
            <a:r>
              <a:rPr lang="ko-KR" altLang="en-US" dirty="0" smtClean="0"/>
              <a:t> 캐릭터 </a:t>
            </a:r>
            <a:r>
              <a:rPr lang="en-US" altLang="ko-KR" dirty="0" smtClean="0"/>
              <a:t>view </a:t>
            </a:r>
            <a:r>
              <a:rPr lang="ko-KR" altLang="en-US" dirty="0" smtClean="0"/>
              <a:t>는 총 </a:t>
            </a:r>
            <a:r>
              <a:rPr lang="en-US" altLang="ko-KR" dirty="0" smtClean="0"/>
              <a:t>3 </a:t>
            </a:r>
            <a:r>
              <a:rPr lang="ko-KR" altLang="en-US" dirty="0" smtClean="0"/>
              <a:t>종류 </a:t>
            </a:r>
            <a:endParaRPr lang="en-US" altLang="ko-KR" dirty="0" smtClean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 로비 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 </a:t>
            </a:r>
            <a:r>
              <a:rPr lang="ko-KR" altLang="en-US" dirty="0" smtClean="0"/>
              <a:t>카드 게임  </a:t>
            </a:r>
            <a:r>
              <a:rPr lang="en-US" altLang="ko-KR" dirty="0" smtClean="0"/>
              <a:t>View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smtClean="0"/>
              <a:t>  </a:t>
            </a:r>
            <a:r>
              <a:rPr lang="ko-KR" altLang="en-US" dirty="0" smtClean="0"/>
              <a:t>스포츠 게임  </a:t>
            </a:r>
            <a:r>
              <a:rPr lang="en-US" altLang="ko-KR" dirty="0" smtClean="0"/>
              <a:t>View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8612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60805" y="1832417"/>
            <a:ext cx="3584944" cy="1325563"/>
          </a:xfrm>
        </p:spPr>
        <p:txBody>
          <a:bodyPr/>
          <a:lstStyle/>
          <a:p>
            <a:r>
              <a:rPr lang="en-US" altLang="ko-KR" dirty="0" smtClean="0"/>
              <a:t>Lobby view</a:t>
            </a:r>
            <a:endParaRPr lang="ko-KR" altLang="en-US" dirty="0"/>
          </a:p>
        </p:txBody>
      </p:sp>
      <p:pic>
        <p:nvPicPr>
          <p:cNvPr id="5122" name="Picture 2" descr="C:\Users\goldenboy\Desktop\lobb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177" y="659218"/>
            <a:ext cx="3237937" cy="548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67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71437" y="2087599"/>
            <a:ext cx="3563679" cy="1325563"/>
          </a:xfrm>
        </p:spPr>
        <p:txBody>
          <a:bodyPr/>
          <a:lstStyle/>
          <a:p>
            <a:r>
              <a:rPr lang="ko-KR" altLang="en-US" dirty="0" smtClean="0"/>
              <a:t>게임 </a:t>
            </a:r>
            <a:r>
              <a:rPr lang="en-US" altLang="ko-KR" dirty="0" smtClean="0"/>
              <a:t>View 1</a:t>
            </a:r>
            <a:endParaRPr lang="ko-KR" altLang="en-US" dirty="0"/>
          </a:p>
        </p:txBody>
      </p:sp>
      <p:pic>
        <p:nvPicPr>
          <p:cNvPr id="4" name="Picture 2" descr="C:\Users\goldenboy\Desktop\InGam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5" y="329610"/>
            <a:ext cx="5071731" cy="63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94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71437" y="2087599"/>
            <a:ext cx="3563679" cy="1325563"/>
          </a:xfrm>
        </p:spPr>
        <p:txBody>
          <a:bodyPr/>
          <a:lstStyle/>
          <a:p>
            <a:r>
              <a:rPr lang="ko-KR" altLang="en-US" dirty="0" smtClean="0"/>
              <a:t>게임 </a:t>
            </a:r>
            <a:r>
              <a:rPr lang="en-US" altLang="ko-KR" dirty="0" smtClean="0"/>
              <a:t>View  2</a:t>
            </a:r>
            <a:endParaRPr lang="ko-KR" altLang="en-US" dirty="0"/>
          </a:p>
        </p:txBody>
      </p:sp>
      <p:pic>
        <p:nvPicPr>
          <p:cNvPr id="4098" name="Picture 2" descr="C:\Users\goldenboy\Desktop\게임화면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24" y="414670"/>
            <a:ext cx="4593645" cy="621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84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EBA9BB2-68B6-4D62-BDF8-D689056C8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338" y="1716762"/>
            <a:ext cx="2657846" cy="38010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94DCACD-AABB-44F4-AA25-791896C28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536" y="1716762"/>
            <a:ext cx="3867690" cy="37057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3ECFA3F-54E5-49C3-81D1-0530169E220B}"/>
              </a:ext>
            </a:extLst>
          </p:cNvPr>
          <p:cNvSpPr txBox="1"/>
          <p:nvPr/>
        </p:nvSpPr>
        <p:spPr>
          <a:xfrm>
            <a:off x="2144850" y="5915842"/>
            <a:ext cx="343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고니의 빨간 마이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4D8A36C-9473-49B9-83E9-C884C7DCB002}"/>
              </a:ext>
            </a:extLst>
          </p:cNvPr>
          <p:cNvSpPr txBox="1"/>
          <p:nvPr/>
        </p:nvSpPr>
        <p:spPr>
          <a:xfrm>
            <a:off x="7909335" y="5701121"/>
            <a:ext cx="2667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아귀의 </a:t>
            </a:r>
            <a:r>
              <a:rPr lang="ko-KR" altLang="en-US" dirty="0" err="1"/>
              <a:t>썬글라스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11842" y="276447"/>
            <a:ext cx="8633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/>
              <a:t>남자 캐릭터 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987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44C2303-21A2-4026-A7E2-DED856BC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488" y="152474"/>
            <a:ext cx="4095307" cy="1006475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여자 캐릭터</a:t>
            </a:r>
            <a:endParaRPr lang="ko-KR" altLang="en-US" dirty="0"/>
          </a:p>
        </p:txBody>
      </p:sp>
      <p:pic>
        <p:nvPicPr>
          <p:cNvPr id="1027" name="Picture 3" descr="C:\Users\goldenboy\Desktop\S36rZlaCSqiAbNbXAANhVXIDJlg58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82" y="1292263"/>
            <a:ext cx="3238500" cy="530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9E58DDA-D63D-4CA1-851B-6D290444C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293" y="1292263"/>
            <a:ext cx="4667901" cy="33342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115E22B-9193-4A64-A21C-B4411C568649}"/>
              </a:ext>
            </a:extLst>
          </p:cNvPr>
          <p:cNvSpPr txBox="1"/>
          <p:nvPr/>
        </p:nvSpPr>
        <p:spPr>
          <a:xfrm>
            <a:off x="8075821" y="4887361"/>
            <a:ext cx="330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정마담의 꽃무늬 원피스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4167" y="1509823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한복 캐릭터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4879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57</Words>
  <Application>Microsoft Office PowerPoint</Application>
  <PresentationFormat>사용자 지정</PresentationFormat>
  <Paragraphs>25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케릭터</vt:lpstr>
      <vt:lpstr>PowerPoint 프레젠테이션</vt:lpstr>
      <vt:lpstr>3 등신 현재 캐릭터 </vt:lpstr>
      <vt:lpstr>Lobby view</vt:lpstr>
      <vt:lpstr>게임 View 1</vt:lpstr>
      <vt:lpstr>게임 View  2</vt:lpstr>
      <vt:lpstr>PowerPoint 프레젠테이션</vt:lpstr>
      <vt:lpstr>여자 캐릭터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케릭터</dc:title>
  <dc:creator>조효훈(Hyohoon Jo)</dc:creator>
  <cp:lastModifiedBy>goldenboy</cp:lastModifiedBy>
  <cp:revision>47</cp:revision>
  <dcterms:created xsi:type="dcterms:W3CDTF">2017-07-12T11:09:45Z</dcterms:created>
  <dcterms:modified xsi:type="dcterms:W3CDTF">2017-12-02T10:45:59Z</dcterms:modified>
</cp:coreProperties>
</file>