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6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210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C8124D-26D4-4529-AA88-403FCC28C6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708824E-6101-47A3-A480-C199B8398C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70371D5-2557-484E-981F-80E6C9D4A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2A4438-901F-458B-9C9D-689092135E7A}" type="datetimeFigureOut">
              <a:rPr lang="ko-KR" altLang="en-US" smtClean="0"/>
              <a:t>2017-07-12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C5A025-69CB-46D4-A58E-069B7AF192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003DFE6-3BAD-439B-AF92-E683418C9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DDDCE-4324-4311-95DA-09060AB73A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83255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93CC9C-690E-4B2D-B863-F86899F5F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C030860-5576-47CE-B128-77523A8CBB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424CB41-600D-4377-B542-01C0CEB805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2A4438-901F-458B-9C9D-689092135E7A}" type="datetimeFigureOut">
              <a:rPr lang="ko-KR" altLang="en-US" smtClean="0"/>
              <a:t>2017-07-12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3377BE-8B86-412A-8C11-51C6D76F80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7B3720-4A0F-4862-BA30-86853BFA0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DDDCE-4324-4311-95DA-09060AB73A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60602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32EAD3-0AA7-4DDA-A902-26638381C9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8ED379F-9B89-4D92-A758-D4720A393C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5D905CA-65E8-4E8F-B87C-7D48CBABC4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2A4438-901F-458B-9C9D-689092135E7A}" type="datetimeFigureOut">
              <a:rPr lang="ko-KR" altLang="en-US" smtClean="0"/>
              <a:t>2017-07-12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79CC6F4-6533-4F0C-A474-3415068D2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A4DF8D3-96D9-4EA5-954F-1DF6F8FD6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DDDCE-4324-4311-95DA-09060AB73A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24447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ED7EBF-2B9C-4FF3-B8DC-D0101CD73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C2DE92-2C65-4A8B-8996-83F66777C8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F1FA369-717E-4B31-895F-BB3C07F4D8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689DA73-9398-4F57-8AA5-470026312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2A4438-901F-458B-9C9D-689092135E7A}" type="datetimeFigureOut">
              <a:rPr lang="ko-KR" altLang="en-US" smtClean="0"/>
              <a:t>2017-07-12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77884E1-13C1-4089-9536-E6EF1DB02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8BF3B39-64D9-4388-B126-CF34116CA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DDDCE-4324-4311-95DA-09060AB73A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72467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D9462B-5390-4892-AA6E-E19E5F6B39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857BA4A-AB3F-4FBE-8770-D3EFEDF35B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A8BEB46-01A7-4640-8899-6335F74490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773E23F-300A-4500-A1A9-A6709DD4D0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310A2FD-4A7B-4DAE-8FD5-8C5A6882C5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107B7B4-D22C-4CCF-ADFC-58414B29F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2A4438-901F-458B-9C9D-689092135E7A}" type="datetimeFigureOut">
              <a:rPr lang="ko-KR" altLang="en-US" smtClean="0"/>
              <a:t>2017-07-12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FA3C68E-24EE-4C93-B917-D1C87AB3C8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D9546FB-658B-4C90-846C-80FDA478E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DDDCE-4324-4311-95DA-09060AB73A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53865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F42F09-973B-4426-B76B-C3E3EDAAB6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8651856-0C40-4C28-B36F-893D6FA72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2A4438-901F-458B-9C9D-689092135E7A}" type="datetimeFigureOut">
              <a:rPr lang="ko-KR" altLang="en-US" smtClean="0"/>
              <a:t>2017-07-12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84432F1-4453-4117-A7DD-B34C677CC8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9441C9A-7F62-4E33-A99B-9E91056D0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DDDCE-4324-4311-95DA-09060AB73A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6287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2E46BFB-5E7E-4D49-81DD-61EB84CDE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2A4438-901F-458B-9C9D-689092135E7A}" type="datetimeFigureOut">
              <a:rPr lang="ko-KR" altLang="en-US" smtClean="0"/>
              <a:t>2017-07-12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81D6FCA-D9D9-4D26-B846-0AA3695EC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1C57EE-41A3-48FA-9305-0423FC62E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DDDCE-4324-4311-95DA-09060AB73A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20941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7E2576-5EF6-4D11-8DB0-E79100F9A3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D9C3ECD-2E93-4788-9DDF-A4EC5715FE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8F3B834-F120-42A9-87A8-CEF7DD2655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754398B-413A-45A8-A132-D42EDE15A6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2A4438-901F-458B-9C9D-689092135E7A}" type="datetimeFigureOut">
              <a:rPr lang="ko-KR" altLang="en-US" smtClean="0"/>
              <a:t>2017-07-12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B6C9DB5-BD36-4B40-99C2-1ECC096460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0FF1B0A-97D2-4A87-A9AA-B9893AF3E2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DDDCE-4324-4311-95DA-09060AB73A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96680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079CF2-2D19-414C-9AF9-A61F603F4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323AE55-23B9-41AE-B457-97762D21251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DD43BFC-DB34-498A-B41A-8583B3461F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6F5353D-38C0-4883-B57A-E45609239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2A4438-901F-458B-9C9D-689092135E7A}" type="datetimeFigureOut">
              <a:rPr lang="ko-KR" altLang="en-US" smtClean="0"/>
              <a:t>2017-07-12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2D9503D-CE6E-4895-976C-F71F2F9AC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DDD4A67-B863-42F3-9C91-0EE73600C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DDDCE-4324-4311-95DA-09060AB73A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648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573731-5565-495C-BA25-B4F1C8796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281B473-89EA-4D3C-BED5-357563096D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C89721D-AF1C-420C-ACFB-4DE651D8B1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2A4438-901F-458B-9C9D-689092135E7A}" type="datetimeFigureOut">
              <a:rPr lang="ko-KR" altLang="en-US" smtClean="0"/>
              <a:t>2017-07-12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3B16CA5-B3C7-4220-92B6-7549DB8B0E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CDB6C51-71DE-452A-BF4B-1CFCA1B9A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DDDCE-4324-4311-95DA-09060AB73A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85017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247A3A7-9A53-4366-B2D1-6873575B6DC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BB7B23E-ED64-4215-8F00-9DEB0EC47C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ECB5D85-BB80-4A3E-BF80-9C5F54BE64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2A4438-901F-458B-9C9D-689092135E7A}" type="datetimeFigureOut">
              <a:rPr lang="ko-KR" altLang="en-US" smtClean="0"/>
              <a:t>2017-07-12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296A261-F634-4ED9-BE63-A16B0B6C5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5AA155D-5583-4DA7-ACDC-0DF4DB125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FDDDCE-4324-4311-95DA-09060AB73A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64185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DDBF42D-38A0-4F96-8A3D-041D133E1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0F177C8-FD63-4CC5-93EF-48ACD74C2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8657CDE-34E2-4827-AFA2-3A6C8E3189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2A4438-901F-458B-9C9D-689092135E7A}" type="datetimeFigureOut">
              <a:rPr lang="ko-KR" altLang="en-US" smtClean="0"/>
              <a:t>2017-07-12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DB9CC73-6533-440A-88C5-80BF22CCFD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792404-C8E4-4B9E-8865-8D342C505E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FDDDCE-4324-4311-95DA-09060AB73A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84676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F6CDEB-7638-400E-BDF1-4EDDFB593AD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 err="1"/>
              <a:t>케릭터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E5A1404-6A9C-4D80-8030-38ECAA00B6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060265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A22531F4-097B-4499-AE7F-B42E73BBA6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0603" y="568186"/>
            <a:ext cx="3677163" cy="555385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11C6A67-72C5-4E02-9DB3-7D58F511C7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2461" y="677739"/>
            <a:ext cx="2505425" cy="2667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8304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AEBA9BB2-68B6-4D62-BDF8-D689056C8F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9143" y="597319"/>
            <a:ext cx="2657846" cy="380100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94DCACD-AABB-44F4-AA25-791896C28A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7201" y="228203"/>
            <a:ext cx="3867690" cy="370574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9E58DDA-D63D-4CA1-851B-6D290444CE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3145" y="3313856"/>
            <a:ext cx="4667901" cy="3334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8720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4C2303-21A2-4026-A7E2-DED856BC16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한국 배경</a:t>
            </a: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43F82C24-85BD-439A-A647-C85FDD5D04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660" y="1876847"/>
            <a:ext cx="6747862" cy="4351338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A58DCEA-4FE7-49DF-86D4-63487F51DE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6428" y="365125"/>
            <a:ext cx="2667372" cy="6049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48793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3</Words>
  <Application>Microsoft Office PowerPoint</Application>
  <PresentationFormat>와이드스크린</PresentationFormat>
  <Paragraphs>2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테마</vt:lpstr>
      <vt:lpstr>케릭터</vt:lpstr>
      <vt:lpstr>PowerPoint 프레젠테이션</vt:lpstr>
      <vt:lpstr>PowerPoint 프레젠테이션</vt:lpstr>
      <vt:lpstr>한국 배경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케릭터</dc:title>
  <dc:creator>조효훈(Hyohoon Jo)</dc:creator>
  <cp:lastModifiedBy>조효훈(Hyohoon Jo)</cp:lastModifiedBy>
  <cp:revision>4</cp:revision>
  <dcterms:created xsi:type="dcterms:W3CDTF">2017-07-12T11:09:45Z</dcterms:created>
  <dcterms:modified xsi:type="dcterms:W3CDTF">2017-07-12T11:13:40Z</dcterms:modified>
</cp:coreProperties>
</file>