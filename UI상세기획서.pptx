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59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5" d="100"/>
          <a:sy n="115" d="100"/>
        </p:scale>
        <p:origin x="-1524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6473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777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39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2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75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8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648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6644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93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5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3434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DA7C16-BD27-4BF0-A331-0963955FBA3F}" type="datetimeFigureOut">
              <a:rPr lang="ko-KR" altLang="en-US" smtClean="0"/>
              <a:t>2017-05-23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714C7A-EEC3-4A0B-B924-F4E3F6F70B5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724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64173" y="2694110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sz="4000" dirty="0" smtClean="0"/>
              <a:t>UI </a:t>
            </a:r>
            <a:r>
              <a:rPr lang="ko-KR" altLang="en-US" sz="4000" smtClean="0"/>
              <a:t>상세 기획서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29694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996" y="293924"/>
            <a:ext cx="2647269" cy="6361900"/>
          </a:xfrm>
          <a:prstGeom prst="rect">
            <a:avLst/>
          </a:prstGeom>
        </p:spPr>
      </p:pic>
      <p:sp>
        <p:nvSpPr>
          <p:cNvPr id="4" name="순서도: 대체 처리 3"/>
          <p:cNvSpPr/>
          <p:nvPr/>
        </p:nvSpPr>
        <p:spPr>
          <a:xfrm>
            <a:off x="3299254" y="2084173"/>
            <a:ext cx="1995617" cy="235602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로고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타이틀화면 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게임 배경</a:t>
            </a:r>
            <a:endParaRPr lang="en-US" altLang="ko-KR" dirty="0" smtClean="0"/>
          </a:p>
          <a:p>
            <a:pPr algn="ctr"/>
            <a:r>
              <a:rPr lang="ko-KR" altLang="en-US" dirty="0" smtClean="0"/>
              <a:t>스토리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084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99" y="293924"/>
            <a:ext cx="2647269" cy="6361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40916" y="427840"/>
            <a:ext cx="5605943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메인 로비 입장 </a:t>
            </a:r>
            <a:endParaRPr lang="en-US" altLang="ko-KR" sz="4000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sz="1600" dirty="0" smtClean="0"/>
              <a:t>게임 플레이</a:t>
            </a:r>
            <a:endParaRPr lang="en-US" altLang="ko-KR" sz="1600" dirty="0" smtClean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r>
              <a:rPr lang="en-US" altLang="ko-KR" sz="1600" dirty="0"/>
              <a:t>1</a:t>
            </a:r>
            <a:r>
              <a:rPr lang="ko-KR" altLang="en-US" sz="1600" dirty="0"/>
              <a:t>일 </a:t>
            </a:r>
            <a:r>
              <a:rPr lang="en-US" altLang="ko-KR" sz="1600" dirty="0"/>
              <a:t>1</a:t>
            </a:r>
            <a:r>
              <a:rPr lang="ko-KR" altLang="en-US" sz="1600" dirty="0"/>
              <a:t>회 기본입장  </a:t>
            </a:r>
            <a:r>
              <a:rPr lang="en-US" altLang="ko-KR" sz="1600" dirty="0"/>
              <a:t>( </a:t>
            </a:r>
            <a:r>
              <a:rPr lang="ko-KR" altLang="en-US" sz="1600" dirty="0"/>
              <a:t>제한이 </a:t>
            </a:r>
            <a:r>
              <a:rPr lang="ko-KR" altLang="en-US" sz="1600" dirty="0" err="1"/>
              <a:t>있어야할까</a:t>
            </a:r>
            <a:r>
              <a:rPr lang="en-US" altLang="ko-KR" sz="1600" dirty="0"/>
              <a:t>? </a:t>
            </a:r>
            <a:r>
              <a:rPr lang="ko-KR" altLang="en-US" sz="1600" dirty="0" err="1"/>
              <a:t>없어야할까</a:t>
            </a:r>
            <a:r>
              <a:rPr lang="en-US" altLang="ko-KR" sz="1600" dirty="0"/>
              <a:t>? )</a:t>
            </a:r>
          </a:p>
          <a:p>
            <a:endParaRPr lang="en-US" altLang="ko-KR" sz="1600" dirty="0" smtClean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게임 스토리 </a:t>
            </a:r>
            <a:endParaRPr lang="en-US" altLang="ko-KR" sz="1600" dirty="0"/>
          </a:p>
          <a:p>
            <a:r>
              <a:rPr lang="ko-KR" altLang="en-US" sz="1600" dirty="0"/>
              <a:t>플레이어가 </a:t>
            </a:r>
            <a:r>
              <a:rPr lang="ko-KR" altLang="en-US" sz="1600" dirty="0" err="1"/>
              <a:t>찌라시에</a:t>
            </a:r>
            <a:r>
              <a:rPr lang="ko-KR" altLang="en-US" sz="1600" dirty="0"/>
              <a:t> 유혹되어 게임을 시작하게 된다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  <a:p>
            <a:r>
              <a:rPr lang="en-US" altLang="ko-KR" sz="1600" dirty="0"/>
              <a:t/>
            </a:r>
            <a:br>
              <a:rPr lang="en-US" altLang="ko-KR" sz="1600" dirty="0"/>
            </a:br>
            <a:r>
              <a:rPr lang="en-US" altLang="ko-KR" sz="1600" dirty="0" smtClean="0"/>
              <a:t>- </a:t>
            </a:r>
            <a:r>
              <a:rPr lang="ko-KR" altLang="en-US" sz="1600" dirty="0" smtClean="0"/>
              <a:t>게임 배경 </a:t>
            </a:r>
            <a:endParaRPr lang="en-US" altLang="ko-KR" sz="1600" dirty="0"/>
          </a:p>
          <a:p>
            <a:r>
              <a:rPr lang="ko-KR" altLang="en-US" sz="1600" dirty="0" smtClean="0"/>
              <a:t>게임은 </a:t>
            </a:r>
            <a:r>
              <a:rPr lang="ko-KR" altLang="en-US" sz="1600" dirty="0" err="1" smtClean="0"/>
              <a:t>일정시간동안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가위바위보 </a:t>
            </a:r>
            <a:r>
              <a:rPr lang="ko-KR" altLang="en-US" sz="1600" dirty="0" err="1" smtClean="0"/>
              <a:t>크루즈</a:t>
            </a:r>
            <a:r>
              <a:rPr lang="ko-KR" altLang="en-US" sz="1600" dirty="0" smtClean="0"/>
              <a:t> 호 </a:t>
            </a:r>
            <a:r>
              <a:rPr lang="en-US" altLang="ko-KR" sz="1600" dirty="0" smtClean="0"/>
              <a:t>”</a:t>
            </a:r>
            <a:r>
              <a:rPr lang="ko-KR" altLang="en-US" sz="1600" dirty="0" smtClean="0"/>
              <a:t>안에서 </a:t>
            </a:r>
            <a:endParaRPr lang="en-US" altLang="ko-KR" sz="1600" dirty="0" smtClean="0"/>
          </a:p>
          <a:p>
            <a:r>
              <a:rPr lang="ko-KR" altLang="en-US" sz="1600" dirty="0" smtClean="0"/>
              <a:t>이루어진다</a:t>
            </a:r>
            <a:r>
              <a:rPr lang="en-US" altLang="ko-KR" sz="1600" dirty="0" smtClean="0"/>
              <a:t>. </a:t>
            </a:r>
          </a:p>
          <a:p>
            <a:endParaRPr lang="en-US" altLang="ko-KR" sz="1600" dirty="0" smtClean="0"/>
          </a:p>
          <a:p>
            <a:endParaRPr lang="en-US" altLang="ko-KR" sz="1600" dirty="0" smtClean="0"/>
          </a:p>
          <a:p>
            <a:r>
              <a:rPr lang="en-US" altLang="ko-KR" sz="1600" dirty="0" smtClean="0"/>
              <a:t>- </a:t>
            </a:r>
            <a:r>
              <a:rPr lang="ko-KR" altLang="en-US" sz="1600" dirty="0" smtClean="0"/>
              <a:t>로비는 최대한 간단하게 구성 </a:t>
            </a:r>
            <a:endParaRPr lang="en-US" altLang="ko-KR" sz="1600" dirty="0" smtClean="0"/>
          </a:p>
          <a:p>
            <a:r>
              <a:rPr lang="ko-KR" altLang="en-US" sz="1600" dirty="0" smtClean="0"/>
              <a:t>내 정보</a:t>
            </a:r>
            <a:r>
              <a:rPr lang="en-US" altLang="ko-KR" sz="1600" dirty="0" smtClean="0"/>
              <a:t>  : 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내부 상세정보 확인 가능 </a:t>
            </a:r>
            <a:r>
              <a:rPr lang="en-US" altLang="ko-KR" sz="1600" dirty="0" smtClean="0"/>
              <a:t>( </a:t>
            </a:r>
            <a:r>
              <a:rPr lang="ko-KR" altLang="en-US" sz="1600" dirty="0" smtClean="0"/>
              <a:t>캐릭터 </a:t>
            </a:r>
            <a:r>
              <a:rPr lang="en-US" altLang="ko-KR" sz="1600" dirty="0" smtClean="0"/>
              <a:t>, </a:t>
            </a:r>
            <a:r>
              <a:rPr lang="ko-KR" altLang="en-US" sz="1600" dirty="0" err="1" smtClean="0"/>
              <a:t>보유아이템등등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)</a:t>
            </a:r>
          </a:p>
          <a:p>
            <a:r>
              <a:rPr lang="ko-KR" altLang="en-US" sz="1600" dirty="0" smtClean="0"/>
              <a:t>상점 </a:t>
            </a:r>
            <a:r>
              <a:rPr lang="en-US" altLang="ko-KR" sz="1600" dirty="0" smtClean="0"/>
              <a:t>: 1</a:t>
            </a:r>
            <a:r>
              <a:rPr lang="ko-KR" altLang="en-US" sz="1600" dirty="0" smtClean="0"/>
              <a:t>일 </a:t>
            </a:r>
            <a:r>
              <a:rPr lang="en-US" altLang="ko-KR" sz="1600" dirty="0" smtClean="0"/>
              <a:t>1</a:t>
            </a:r>
            <a:r>
              <a:rPr lang="ko-KR" altLang="en-US" sz="1600" dirty="0" err="1" smtClean="0"/>
              <a:t>회이상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입장하고싶을시</a:t>
            </a:r>
            <a:r>
              <a:rPr lang="ko-KR" altLang="en-US" sz="1600" dirty="0" smtClean="0"/>
              <a:t> 입장권 구매 혹은 캐릭터 판매 용도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752" y="937364"/>
            <a:ext cx="386020" cy="51469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750700" y="1010043"/>
            <a:ext cx="859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입장권 </a:t>
            </a:r>
            <a:endParaRPr lang="ko-KR" altLang="en-US" sz="1600" dirty="0"/>
          </a:p>
        </p:txBody>
      </p:sp>
      <p:sp>
        <p:nvSpPr>
          <p:cNvPr id="9" name="직사각형 8"/>
          <p:cNvSpPr/>
          <p:nvPr/>
        </p:nvSpPr>
        <p:spPr>
          <a:xfrm>
            <a:off x="490586" y="1452056"/>
            <a:ext cx="2326754" cy="45368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메인 로비 </a:t>
            </a:r>
            <a:endParaRPr lang="ko-KR" altLang="en-US" dirty="0"/>
          </a:p>
        </p:txBody>
      </p:sp>
      <p:sp>
        <p:nvSpPr>
          <p:cNvPr id="11" name="사각형: 둥근 모서리 10"/>
          <p:cNvSpPr/>
          <p:nvPr/>
        </p:nvSpPr>
        <p:spPr>
          <a:xfrm>
            <a:off x="588451" y="5255741"/>
            <a:ext cx="1050083" cy="5829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/>
              <a:t>게임</a:t>
            </a:r>
            <a:r>
              <a:rPr lang="ko-KR" altLang="en-US" sz="1600" dirty="0" err="1"/>
              <a:t>방</a:t>
            </a:r>
            <a:r>
              <a:rPr lang="ko-KR" altLang="en-US" sz="1600" dirty="0" smtClean="0"/>
              <a:t> 입장</a:t>
            </a:r>
            <a:endParaRPr lang="ko-KR" altLang="en-US" sz="1600" dirty="0"/>
          </a:p>
        </p:txBody>
      </p:sp>
      <p:sp>
        <p:nvSpPr>
          <p:cNvPr id="10" name="사각형: 둥근 모서리 10"/>
          <p:cNvSpPr/>
          <p:nvPr/>
        </p:nvSpPr>
        <p:spPr>
          <a:xfrm>
            <a:off x="2180261" y="1706001"/>
            <a:ext cx="622655" cy="5829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내</a:t>
            </a:r>
            <a:endParaRPr lang="en-US" altLang="ko-KR" sz="1600" dirty="0" smtClean="0"/>
          </a:p>
          <a:p>
            <a:pPr algn="ctr"/>
            <a:r>
              <a:rPr lang="ko-KR" altLang="en-US" sz="1600" dirty="0" smtClean="0"/>
              <a:t>정보</a:t>
            </a:r>
            <a:endParaRPr lang="ko-KR" altLang="en-US" sz="1600" dirty="0"/>
          </a:p>
        </p:txBody>
      </p:sp>
      <p:sp>
        <p:nvSpPr>
          <p:cNvPr id="12" name="사각형: 둥근 모서리 10"/>
          <p:cNvSpPr/>
          <p:nvPr/>
        </p:nvSpPr>
        <p:spPr>
          <a:xfrm>
            <a:off x="2095467" y="5255741"/>
            <a:ext cx="622655" cy="582996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/>
              <a:t>상점</a:t>
            </a:r>
            <a:endParaRPr lang="ko-KR" altLang="en-US" sz="1600" dirty="0"/>
          </a:p>
        </p:txBody>
      </p:sp>
      <p:pic>
        <p:nvPicPr>
          <p:cNvPr id="3075" name="Picture 3" descr="C:\Users\goldenboy\Desktop\배이미지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89" y="1589902"/>
            <a:ext cx="1553978" cy="3591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3269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734" y="3954658"/>
            <a:ext cx="1504129" cy="2775036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8" y="3954658"/>
            <a:ext cx="1504129" cy="2775036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559" y="1038206"/>
            <a:ext cx="1504129" cy="27750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27119" y="116632"/>
            <a:ext cx="37369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 smtClean="0"/>
              <a:t>메인 로비 </a:t>
            </a:r>
            <a:r>
              <a:rPr lang="ko-KR" altLang="en-US" sz="4000" dirty="0" smtClean="0"/>
              <a:t>입장</a:t>
            </a:r>
            <a:endParaRPr lang="ko-KR" altLang="en-US" dirty="0"/>
          </a:p>
        </p:txBody>
      </p:sp>
      <p:pic>
        <p:nvPicPr>
          <p:cNvPr id="2050" name="Picture 2" descr="C:\Users\goldenboy\Pictures\우편함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22" y="4193336"/>
            <a:ext cx="1296000" cy="229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:\Users\goldenboy\Pictures\로비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97" y="1326239"/>
            <a:ext cx="1296144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Picture 5" descr="C:\Users\goldenboy\Pictures\상점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98" y="4227188"/>
            <a:ext cx="1296000" cy="232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735" y="1018841"/>
            <a:ext cx="1504129" cy="2775036"/>
          </a:xfrm>
          <a:prstGeom prst="rect">
            <a:avLst/>
          </a:prstGeom>
        </p:spPr>
      </p:pic>
      <p:pic>
        <p:nvPicPr>
          <p:cNvPr id="2051" name="Picture 3" descr="C:\Users\goldenboy\Pictures\내 창고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800" y="1329540"/>
            <a:ext cx="1296000" cy="2285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65345" y="1038206"/>
            <a:ext cx="489654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로비는 좌우로 드래그해서 </a:t>
            </a:r>
            <a:endParaRPr lang="en-US" altLang="ko-KR" dirty="0" smtClean="0"/>
          </a:p>
          <a:p>
            <a:r>
              <a:rPr lang="ko-KR" altLang="en-US" dirty="0" smtClean="0"/>
              <a:t>메뉴를 선택할 수 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/>
              <a:t>게임 시작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 smtClean="0"/>
              <a:t>2.  </a:t>
            </a:r>
            <a:r>
              <a:rPr lang="ko-KR" altLang="en-US" dirty="0" smtClean="0"/>
              <a:t>창고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3.  </a:t>
            </a:r>
            <a:r>
              <a:rPr lang="ko-KR" altLang="en-US" dirty="0" smtClean="0"/>
              <a:t>우편함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4.  </a:t>
            </a:r>
            <a:r>
              <a:rPr lang="ko-KR" altLang="en-US" dirty="0" smtClean="0"/>
              <a:t>상점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총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가지 메뉴로 구성되어있다</a:t>
            </a:r>
            <a:r>
              <a:rPr lang="en-US" altLang="ko-KR" dirty="0" smtClean="0"/>
              <a:t>. </a:t>
            </a:r>
          </a:p>
          <a:p>
            <a:endParaRPr lang="en-US" altLang="ko-KR" dirty="0"/>
          </a:p>
          <a:p>
            <a:r>
              <a:rPr lang="ko-KR" altLang="en-US" dirty="0" smtClean="0"/>
              <a:t>확인버튼을 누르면 현재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센터에 선택된 메뉴로 입장한다</a:t>
            </a:r>
            <a:r>
              <a:rPr lang="en-US" altLang="ko-KR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91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8" y="631706"/>
            <a:ext cx="1304773" cy="2669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348158" y="1093268"/>
            <a:ext cx="5605943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Drag </a:t>
            </a:r>
            <a:r>
              <a:rPr lang="ko-KR" altLang="en-US" dirty="0" smtClean="0"/>
              <a:t>하면 한 메뉴씩 이동한다</a:t>
            </a:r>
            <a:r>
              <a:rPr lang="en-US" altLang="ko-KR" dirty="0" smtClean="0"/>
              <a:t>. 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입장은 </a:t>
            </a:r>
            <a:r>
              <a:rPr lang="ko-KR" altLang="en-US" dirty="0" err="1" smtClean="0"/>
              <a:t>원클릭으로</a:t>
            </a:r>
            <a:r>
              <a:rPr lang="ko-KR" altLang="en-US" dirty="0" smtClean="0"/>
              <a:t> 입장한다</a:t>
            </a:r>
            <a:endParaRPr lang="en-US" altLang="ko-KR" dirty="0" smtClean="0"/>
          </a:p>
          <a:p>
            <a:r>
              <a:rPr lang="en-US" altLang="ko-KR" dirty="0" smtClean="0"/>
              <a:t>   ( </a:t>
            </a:r>
            <a:r>
              <a:rPr lang="ko-KR" altLang="en-US" dirty="0" smtClean="0"/>
              <a:t>시간 옵션 없음 </a:t>
            </a:r>
            <a:r>
              <a:rPr lang="en-US" altLang="ko-KR" dirty="0" smtClean="0"/>
              <a:t>) </a:t>
            </a:r>
            <a:endParaRPr lang="en-US" altLang="ko-KR" dirty="0" smtClean="0"/>
          </a:p>
          <a:p>
            <a:endParaRPr lang="en-US" altLang="ko-KR" dirty="0" smtClean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게임시간은 </a:t>
            </a:r>
            <a:r>
              <a:rPr lang="en-US" altLang="ko-KR" dirty="0" smtClean="0"/>
              <a:t>1</a:t>
            </a:r>
            <a:r>
              <a:rPr lang="ko-KR" altLang="en-US" dirty="0" err="1" smtClean="0"/>
              <a:t>시간정도로</a:t>
            </a:r>
            <a:r>
              <a:rPr lang="ko-KR" altLang="en-US" dirty="0" smtClean="0"/>
              <a:t> 제한한다</a:t>
            </a:r>
            <a:r>
              <a:rPr lang="en-US" altLang="ko-KR" dirty="0" smtClean="0"/>
              <a:t>. ( </a:t>
            </a:r>
            <a:r>
              <a:rPr lang="ko-KR" altLang="en-US" dirty="0" smtClean="0"/>
              <a:t>추후선택권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입장버튼 누름 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방을 현재 찾는다는 텍스트와 이미지로 바뀐다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smtClean="0"/>
              <a:t> </a:t>
            </a:r>
            <a:r>
              <a:rPr lang="ko-KR" altLang="en-US" dirty="0" smtClean="0"/>
              <a:t>확인버튼을 다시 누르면 방을 검색하는  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프로세스가 취소된다 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r>
              <a:rPr lang="en-US" altLang="ko-KR" dirty="0" smtClean="0"/>
              <a:t>( </a:t>
            </a:r>
            <a:r>
              <a:rPr lang="ko-KR" altLang="en-US" dirty="0" smtClean="0"/>
              <a:t>확인 </a:t>
            </a:r>
            <a:r>
              <a:rPr lang="en-US" altLang="ko-KR" dirty="0" smtClean="0"/>
              <a:t>Text </a:t>
            </a:r>
            <a:r>
              <a:rPr lang="ko-KR" altLang="en-US" dirty="0" smtClean="0"/>
              <a:t>를 취소로 </a:t>
            </a:r>
            <a:r>
              <a:rPr lang="ko-KR" altLang="en-US" dirty="0" err="1" smtClean="0"/>
              <a:t>바꿀예정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3851920" y="420131"/>
            <a:ext cx="546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게임 </a:t>
            </a:r>
            <a:r>
              <a:rPr lang="ko-KR" altLang="en-US" sz="3600" dirty="0" smtClean="0"/>
              <a:t>입장</a:t>
            </a:r>
            <a:r>
              <a:rPr lang="en-US" altLang="ko-KR" sz="3600" dirty="0" smtClean="0"/>
              <a:t>(</a:t>
            </a:r>
            <a:r>
              <a:rPr lang="ko-KR" altLang="en-US" sz="3600" dirty="0" smtClean="0"/>
              <a:t>로비</a:t>
            </a:r>
            <a:r>
              <a:rPr lang="en-US" altLang="ko-KR" sz="3600" dirty="0" smtClean="0"/>
              <a:t>)</a:t>
            </a:r>
            <a:r>
              <a:rPr lang="ko-KR" altLang="en-US" sz="3600" dirty="0" smtClean="0"/>
              <a:t> </a:t>
            </a:r>
            <a:r>
              <a:rPr lang="ko-KR" altLang="en-US" sz="3600" dirty="0" smtClean="0"/>
              <a:t>메뉴</a:t>
            </a:r>
            <a:endParaRPr lang="ko-KR" altLang="en-US" sz="3600" dirty="0"/>
          </a:p>
        </p:txBody>
      </p:sp>
      <p:pic>
        <p:nvPicPr>
          <p:cNvPr id="1026" name="Picture 2" descr="C:\Users\goldenboy\Pictures\로비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36192"/>
            <a:ext cx="1139427" cy="206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72" y="3933056"/>
            <a:ext cx="1304773" cy="2669733"/>
          </a:xfrm>
          <a:prstGeom prst="rect">
            <a:avLst/>
          </a:prstGeom>
        </p:spPr>
      </p:pic>
      <p:pic>
        <p:nvPicPr>
          <p:cNvPr id="1027" name="Picture 3" descr="C:\Users\goldenboy\Pictures\방찾기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66" y="4196362"/>
            <a:ext cx="1141200" cy="214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아래쪽 화살표 14"/>
          <p:cNvSpPr/>
          <p:nvPr/>
        </p:nvSpPr>
        <p:spPr>
          <a:xfrm>
            <a:off x="554295" y="3441469"/>
            <a:ext cx="504056" cy="34192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3628" y="3441468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확</a:t>
            </a:r>
            <a:r>
              <a:rPr lang="ko-KR" altLang="en-US" sz="1400" dirty="0"/>
              <a:t>인</a:t>
            </a:r>
          </a:p>
        </p:txBody>
      </p:sp>
      <p:sp>
        <p:nvSpPr>
          <p:cNvPr id="22" name="아래쪽 화살표 21"/>
          <p:cNvSpPr/>
          <p:nvPr/>
        </p:nvSpPr>
        <p:spPr>
          <a:xfrm rot="10800000">
            <a:off x="1246931" y="3441469"/>
            <a:ext cx="504056" cy="3419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760171" y="3454040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취</a:t>
            </a:r>
            <a:r>
              <a:rPr lang="ko-KR" altLang="en-US" sz="1400" dirty="0"/>
              <a:t>소</a:t>
            </a:r>
          </a:p>
        </p:txBody>
      </p:sp>
    </p:spTree>
    <p:extLst>
      <p:ext uri="{BB962C8B-B14F-4D97-AF65-F5344CB8AC3E}">
        <p14:creationId xmlns:p14="http://schemas.microsoft.com/office/powerpoint/2010/main" val="1156502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348158" y="1093268"/>
            <a:ext cx="56059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 smtClean="0"/>
              <a:t>판매상품 </a:t>
            </a:r>
            <a:r>
              <a:rPr lang="en-US" altLang="ko-KR" dirty="0" smtClean="0"/>
              <a:t>:  </a:t>
            </a:r>
            <a:r>
              <a:rPr lang="ko-KR" altLang="en-US" dirty="0" smtClean="0"/>
              <a:t>카드 </a:t>
            </a:r>
            <a:r>
              <a:rPr lang="en-US" altLang="ko-KR" dirty="0" smtClean="0"/>
              <a:t>, </a:t>
            </a:r>
            <a:r>
              <a:rPr lang="ko-KR" altLang="en-US" dirty="0" smtClean="0"/>
              <a:t>캐릭터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err="1" smtClean="0"/>
              <a:t>탭버튼으로</a:t>
            </a:r>
            <a:r>
              <a:rPr lang="ko-KR" altLang="en-US" dirty="0" smtClean="0"/>
              <a:t> 아이템 </a:t>
            </a:r>
            <a:r>
              <a:rPr lang="ko-KR" altLang="en-US" dirty="0" err="1" smtClean="0"/>
              <a:t>목록이나옴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스크롤 형식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 smtClean="0"/>
              <a:t>스크롤아이템을 선택하면 </a:t>
            </a:r>
            <a:endParaRPr lang="en-US" altLang="ko-KR" dirty="0" smtClean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r>
              <a:rPr lang="ko-KR" altLang="en-US" dirty="0" smtClean="0"/>
              <a:t>하단에 </a:t>
            </a:r>
            <a:r>
              <a:rPr lang="ko-KR" altLang="en-US" dirty="0" err="1" smtClean="0"/>
              <a:t>아이템자세한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설명이나옴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pPr marL="285750" indent="-285750">
              <a:buFont typeface="Arial" charset="0"/>
              <a:buChar char="•"/>
            </a:pPr>
            <a:r>
              <a:rPr lang="ko-KR" altLang="en-US" dirty="0" smtClean="0"/>
              <a:t>구매버튼을 아래로 내리거나 상점 구조 변경 필요 </a:t>
            </a:r>
            <a:endParaRPr lang="en-US" altLang="ko-KR" dirty="0" smtClean="0"/>
          </a:p>
          <a:p>
            <a:pPr marL="285750" indent="-285750">
              <a:buFont typeface="Arial" charset="0"/>
              <a:buChar char="•"/>
            </a:pPr>
            <a:endParaRPr lang="en-US" altLang="ko-KR" dirty="0"/>
          </a:p>
          <a:p>
            <a:r>
              <a:rPr lang="en-US" altLang="ko-KR" dirty="0" smtClean="0"/>
              <a:t> </a:t>
            </a:r>
            <a:r>
              <a:rPr lang="ko-KR" altLang="en-US" dirty="0" err="1" smtClean="0"/>
              <a:t>ㅡ</a:t>
            </a:r>
            <a:r>
              <a:rPr lang="en-US" altLang="ko-KR" dirty="0" smtClean="0"/>
              <a:t>.</a:t>
            </a:r>
            <a:r>
              <a:rPr lang="ko-KR" altLang="en-US" dirty="0" err="1" smtClean="0"/>
              <a:t>ㅡ</a:t>
            </a:r>
            <a:r>
              <a:rPr lang="ko-KR" altLang="en-US" dirty="0" smtClean="0"/>
              <a:t>  가장 심플하게 구색만 </a:t>
            </a:r>
            <a:r>
              <a:rPr lang="ko-KR" altLang="en-US" dirty="0" err="1" smtClean="0"/>
              <a:t>맞출려고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만든거임</a:t>
            </a:r>
            <a:r>
              <a:rPr lang="ko-KR" altLang="en-US" dirty="0" smtClean="0"/>
              <a:t> </a:t>
            </a:r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51920" y="420131"/>
            <a:ext cx="546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상점 입장</a:t>
            </a:r>
            <a:endParaRPr lang="ko-KR" altLang="en-US" sz="36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45" y="916799"/>
            <a:ext cx="2664296" cy="5451492"/>
          </a:xfrm>
          <a:prstGeom prst="rect">
            <a:avLst/>
          </a:prstGeom>
        </p:spPr>
      </p:pic>
      <p:pic>
        <p:nvPicPr>
          <p:cNvPr id="3074" name="Picture 2" descr="C:\Users\goldenboy\Pictures\인상점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94" y="1518036"/>
            <a:ext cx="2380110" cy="4248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직사각형 2"/>
          <p:cNvSpPr/>
          <p:nvPr/>
        </p:nvSpPr>
        <p:spPr>
          <a:xfrm>
            <a:off x="1853391" y="1602272"/>
            <a:ext cx="864096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/>
              <a:t>내 </a:t>
            </a:r>
            <a:r>
              <a:rPr lang="ko-KR" altLang="en-US" sz="1200" dirty="0" err="1" smtClean="0"/>
              <a:t>소지금</a:t>
            </a:r>
            <a:endParaRPr lang="ko-KR" altLang="en-US" sz="1200" dirty="0"/>
          </a:p>
        </p:txBody>
      </p:sp>
      <p:sp>
        <p:nvSpPr>
          <p:cNvPr id="5" name="직사각형 4"/>
          <p:cNvSpPr/>
          <p:nvPr/>
        </p:nvSpPr>
        <p:spPr>
          <a:xfrm>
            <a:off x="493321" y="2851586"/>
            <a:ext cx="2224165" cy="5774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348158" y="1093268"/>
            <a:ext cx="5605943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</a:t>
            </a:r>
            <a:r>
              <a:rPr lang="en-US" altLang="ko-KR" dirty="0" smtClean="0"/>
              <a:t>NG </a:t>
            </a:r>
            <a:r>
              <a:rPr lang="ko-KR" altLang="en-US" dirty="0" err="1" smtClean="0"/>
              <a:t>게임이다보니</a:t>
            </a:r>
            <a:endParaRPr lang="en-US" altLang="ko-KR" dirty="0" smtClean="0"/>
          </a:p>
          <a:p>
            <a:r>
              <a:rPr lang="ko-KR" altLang="en-US" dirty="0" smtClean="0"/>
              <a:t>친구 혹은 게임에서 </a:t>
            </a:r>
            <a:r>
              <a:rPr lang="ko-KR" altLang="en-US" dirty="0" err="1" smtClean="0"/>
              <a:t>알게된사람에게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sz="2400" dirty="0" smtClean="0">
                <a:solidFill>
                  <a:srgbClr val="FF0000"/>
                </a:solidFill>
              </a:rPr>
              <a:t>선물 </a:t>
            </a:r>
            <a:r>
              <a:rPr lang="en-US" altLang="ko-KR" sz="2400" dirty="0" smtClean="0">
                <a:solidFill>
                  <a:srgbClr val="FF0000"/>
                </a:solidFill>
              </a:rPr>
              <a:t>, </a:t>
            </a:r>
            <a:r>
              <a:rPr lang="ko-KR" altLang="en-US" sz="2400" dirty="0" smtClean="0">
                <a:solidFill>
                  <a:srgbClr val="FF0000"/>
                </a:solidFill>
              </a:rPr>
              <a:t>편지</a:t>
            </a:r>
            <a:r>
              <a:rPr lang="ko-KR" altLang="en-US" dirty="0" smtClean="0"/>
              <a:t> 등을 보낼 </a:t>
            </a:r>
            <a:endParaRPr lang="en-US" altLang="ko-KR" dirty="0" smtClean="0"/>
          </a:p>
          <a:p>
            <a:r>
              <a:rPr lang="ko-KR" altLang="en-US" dirty="0" smtClean="0"/>
              <a:t>기능으로 사용될 예정이다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ko-KR" altLang="en-US" dirty="0" smtClean="0"/>
              <a:t>클릭하면 해당 </a:t>
            </a:r>
            <a:r>
              <a:rPr lang="ko-KR" altLang="en-US" dirty="0" err="1" smtClean="0"/>
              <a:t>상세내용이나오고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en-US" altLang="ko-KR" dirty="0" smtClean="0"/>
              <a:t>( </a:t>
            </a:r>
            <a:r>
              <a:rPr lang="ko-KR" altLang="en-US" dirty="0" smtClean="0"/>
              <a:t>팝업 형식으로 </a:t>
            </a:r>
            <a:r>
              <a:rPr lang="en-US" altLang="ko-KR" dirty="0" smtClean="0"/>
              <a:t>, </a:t>
            </a:r>
            <a:r>
              <a:rPr lang="ko-KR" altLang="en-US" dirty="0" smtClean="0"/>
              <a:t>받기 버튼이 </a:t>
            </a:r>
            <a:r>
              <a:rPr lang="ko-KR" altLang="en-US" dirty="0" err="1" smtClean="0"/>
              <a:t>있을예정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추후 구현해서 기획서에 </a:t>
            </a:r>
            <a:r>
              <a:rPr lang="ko-KR" altLang="en-US" dirty="0" err="1" smtClean="0"/>
              <a:t>추가할것임</a:t>
            </a:r>
            <a:r>
              <a:rPr lang="ko-KR" altLang="en-US" dirty="0" smtClean="0"/>
              <a:t> </a:t>
            </a:r>
            <a:r>
              <a:rPr lang="en-US" altLang="ko-KR" dirty="0" smtClean="0"/>
              <a:t>)</a:t>
            </a:r>
          </a:p>
          <a:p>
            <a:endParaRPr lang="en-US" altLang="ko-KR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851920" y="420131"/>
            <a:ext cx="546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우편함</a:t>
            </a:r>
            <a:endParaRPr lang="ko-KR" altLang="en-US" sz="3600" dirty="0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445" y="916799"/>
            <a:ext cx="2664296" cy="545149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853391" y="1602272"/>
            <a:ext cx="864096" cy="2160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뒤로가기</a:t>
            </a:r>
            <a:endParaRPr lang="ko-KR" altLang="en-US" sz="1200" dirty="0"/>
          </a:p>
        </p:txBody>
      </p:sp>
      <p:grpSp>
        <p:nvGrpSpPr>
          <p:cNvPr id="8" name="그룹 7"/>
          <p:cNvGrpSpPr/>
          <p:nvPr/>
        </p:nvGrpSpPr>
        <p:grpSpPr>
          <a:xfrm>
            <a:off x="539552" y="1916832"/>
            <a:ext cx="2224165" cy="577414"/>
            <a:chOff x="493321" y="2851586"/>
            <a:chExt cx="2224165" cy="577414"/>
          </a:xfrm>
        </p:grpSpPr>
        <p:sp>
          <p:nvSpPr>
            <p:cNvPr id="5" name="직사각형 4"/>
            <p:cNvSpPr/>
            <p:nvPr/>
          </p:nvSpPr>
          <p:spPr>
            <a:xfrm>
              <a:off x="493321" y="2851586"/>
              <a:ext cx="2224165" cy="577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/>
            <p:cNvSpPr/>
            <p:nvPr/>
          </p:nvSpPr>
          <p:spPr>
            <a:xfrm>
              <a:off x="539552" y="2910585"/>
              <a:ext cx="576064" cy="4832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Icon</a:t>
              </a:r>
              <a:endParaRPr lang="ko-KR" altLang="en-US" sz="1600"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187624" y="2939927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From : </a:t>
              </a:r>
              <a:r>
                <a:rPr lang="ko-KR" altLang="en-US" sz="1400" dirty="0" smtClean="0"/>
                <a:t>아무개</a:t>
              </a:r>
              <a:endParaRPr lang="ko-KR" altLang="en-US" sz="1400" dirty="0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539552" y="2573112"/>
            <a:ext cx="2224165" cy="577414"/>
            <a:chOff x="493321" y="2851586"/>
            <a:chExt cx="2224165" cy="577414"/>
          </a:xfrm>
        </p:grpSpPr>
        <p:sp>
          <p:nvSpPr>
            <p:cNvPr id="12" name="직사각형 11"/>
            <p:cNvSpPr/>
            <p:nvPr/>
          </p:nvSpPr>
          <p:spPr>
            <a:xfrm>
              <a:off x="493321" y="2851586"/>
              <a:ext cx="2224165" cy="577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39552" y="2910585"/>
              <a:ext cx="576064" cy="4832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Icon</a:t>
              </a:r>
              <a:endParaRPr lang="ko-KR" alt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187624" y="2939927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From : </a:t>
              </a:r>
              <a:r>
                <a:rPr lang="ko-KR" altLang="en-US" sz="1400" dirty="0" smtClean="0"/>
                <a:t>아무개</a:t>
              </a:r>
              <a:endParaRPr lang="ko-KR" altLang="en-US" sz="1400" dirty="0"/>
            </a:p>
          </p:txBody>
        </p:sp>
      </p:grpSp>
      <p:grpSp>
        <p:nvGrpSpPr>
          <p:cNvPr id="15" name="그룹 14"/>
          <p:cNvGrpSpPr/>
          <p:nvPr/>
        </p:nvGrpSpPr>
        <p:grpSpPr>
          <a:xfrm>
            <a:off x="539552" y="3229392"/>
            <a:ext cx="2224165" cy="577414"/>
            <a:chOff x="493321" y="2851586"/>
            <a:chExt cx="2224165" cy="577414"/>
          </a:xfrm>
        </p:grpSpPr>
        <p:sp>
          <p:nvSpPr>
            <p:cNvPr id="16" name="직사각형 15"/>
            <p:cNvSpPr/>
            <p:nvPr/>
          </p:nvSpPr>
          <p:spPr>
            <a:xfrm>
              <a:off x="493321" y="2851586"/>
              <a:ext cx="2224165" cy="577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39552" y="2910585"/>
              <a:ext cx="576064" cy="4832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Icon</a:t>
              </a:r>
              <a:endParaRPr lang="ko-KR" altLang="en-US" sz="16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87624" y="2939927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From : </a:t>
              </a:r>
              <a:r>
                <a:rPr lang="ko-KR" altLang="en-US" sz="1400" dirty="0" smtClean="0"/>
                <a:t>아무개</a:t>
              </a:r>
              <a:endParaRPr lang="ko-KR" altLang="en-US" sz="1400" dirty="0"/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539552" y="3885672"/>
            <a:ext cx="2224165" cy="577414"/>
            <a:chOff x="493321" y="2851586"/>
            <a:chExt cx="2224165" cy="577414"/>
          </a:xfrm>
        </p:grpSpPr>
        <p:sp>
          <p:nvSpPr>
            <p:cNvPr id="21" name="직사각형 20"/>
            <p:cNvSpPr/>
            <p:nvPr/>
          </p:nvSpPr>
          <p:spPr>
            <a:xfrm>
              <a:off x="493321" y="2851586"/>
              <a:ext cx="2224165" cy="577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39552" y="2910585"/>
              <a:ext cx="576064" cy="4832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Icon</a:t>
              </a:r>
              <a:endParaRPr lang="ko-KR" altLang="en-US"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87624" y="2939927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From : </a:t>
              </a:r>
              <a:r>
                <a:rPr lang="ko-KR" altLang="en-US" sz="1400" dirty="0" smtClean="0"/>
                <a:t>아무개</a:t>
              </a:r>
              <a:endParaRPr lang="ko-KR" altLang="en-US" sz="1400" dirty="0"/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539552" y="4541952"/>
            <a:ext cx="2224165" cy="577414"/>
            <a:chOff x="493321" y="2851586"/>
            <a:chExt cx="2224165" cy="577414"/>
          </a:xfrm>
        </p:grpSpPr>
        <p:sp>
          <p:nvSpPr>
            <p:cNvPr id="25" name="직사각형 24"/>
            <p:cNvSpPr/>
            <p:nvPr/>
          </p:nvSpPr>
          <p:spPr>
            <a:xfrm>
              <a:off x="493321" y="2851586"/>
              <a:ext cx="2224165" cy="5774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539552" y="2910585"/>
              <a:ext cx="576064" cy="48324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Icon</a:t>
              </a:r>
              <a:endParaRPr lang="ko-KR" altLang="en-US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187624" y="2939927"/>
              <a:ext cx="144016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 smtClean="0"/>
                <a:t>From : </a:t>
              </a:r>
              <a:r>
                <a:rPr lang="ko-KR" altLang="en-US" sz="1400" dirty="0" smtClean="0"/>
                <a:t>아무개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62817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goldenboy\Pictures\인게임화면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340768"/>
            <a:ext cx="2987400" cy="524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21084" y="476672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게임 </a:t>
            </a:r>
            <a:r>
              <a:rPr lang="en-US" altLang="ko-KR" sz="3600" dirty="0" smtClean="0"/>
              <a:t>UI  </a:t>
            </a:r>
            <a:endParaRPr lang="ko-KR" altLang="en-US" sz="3600" dirty="0"/>
          </a:p>
        </p:txBody>
      </p:sp>
      <p:sp>
        <p:nvSpPr>
          <p:cNvPr id="30" name="십이각형 29"/>
          <p:cNvSpPr/>
          <p:nvPr/>
        </p:nvSpPr>
        <p:spPr>
          <a:xfrm>
            <a:off x="395536" y="1383922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2" name="십이각형 31"/>
          <p:cNvSpPr/>
          <p:nvPr/>
        </p:nvSpPr>
        <p:spPr>
          <a:xfrm>
            <a:off x="2051720" y="1563942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3" name="십이각형 32"/>
          <p:cNvSpPr/>
          <p:nvPr/>
        </p:nvSpPr>
        <p:spPr>
          <a:xfrm>
            <a:off x="2339752" y="5949280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4" name="십이각형 33"/>
          <p:cNvSpPr/>
          <p:nvPr/>
        </p:nvSpPr>
        <p:spPr>
          <a:xfrm>
            <a:off x="2856640" y="5949280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35" name="십이각형 34"/>
          <p:cNvSpPr/>
          <p:nvPr/>
        </p:nvSpPr>
        <p:spPr>
          <a:xfrm>
            <a:off x="585325" y="5769260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5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3594119" y="1398760"/>
            <a:ext cx="51125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/>
              <a:t>1 . </a:t>
            </a:r>
            <a:r>
              <a:rPr lang="ko-KR" altLang="en-US" sz="2400" dirty="0" smtClean="0"/>
              <a:t>게임이 </a:t>
            </a:r>
            <a:r>
              <a:rPr lang="ko-KR" altLang="en-US" sz="2400" dirty="0" err="1" smtClean="0"/>
              <a:t>끝날때까지</a:t>
            </a:r>
            <a:r>
              <a:rPr lang="ko-KR" altLang="en-US" sz="2400" dirty="0" smtClean="0"/>
              <a:t> 남은 시간</a:t>
            </a:r>
            <a:endParaRPr lang="en-US" altLang="ko-KR" sz="2400" dirty="0" smtClean="0"/>
          </a:p>
          <a:p>
            <a:endParaRPr lang="en-US" altLang="ko-KR" sz="2400" dirty="0"/>
          </a:p>
          <a:p>
            <a:r>
              <a:rPr lang="en-US" altLang="ko-KR" sz="2400" dirty="0" smtClean="0"/>
              <a:t>2. </a:t>
            </a:r>
            <a:r>
              <a:rPr lang="ko-KR" altLang="en-US" sz="2400" dirty="0" smtClean="0"/>
              <a:t>현재 게임에서 남은 총 카드 수량</a:t>
            </a:r>
            <a:endParaRPr lang="en-US" altLang="ko-KR" sz="2400" dirty="0" smtClean="0"/>
          </a:p>
          <a:p>
            <a:endParaRPr lang="en-US" altLang="ko-KR" sz="2400" dirty="0"/>
          </a:p>
          <a:p>
            <a:r>
              <a:rPr lang="en-US" altLang="ko-KR" sz="2400" dirty="0" smtClean="0"/>
              <a:t>3. </a:t>
            </a:r>
            <a:r>
              <a:rPr lang="ko-KR" altLang="en-US" sz="2400" dirty="0" smtClean="0"/>
              <a:t>대전리스트 메뉴 버튼</a:t>
            </a:r>
            <a:endParaRPr lang="en-US" altLang="ko-KR" sz="2400" dirty="0" smtClean="0"/>
          </a:p>
          <a:p>
            <a:endParaRPr lang="en-US" altLang="ko-KR" sz="2400" dirty="0"/>
          </a:p>
          <a:p>
            <a:r>
              <a:rPr lang="en-US" altLang="ko-KR" sz="2400" dirty="0" smtClean="0"/>
              <a:t>4. </a:t>
            </a:r>
            <a:r>
              <a:rPr lang="ko-KR" altLang="en-US" sz="2400" dirty="0" err="1" smtClean="0"/>
              <a:t>귓말</a:t>
            </a:r>
            <a:r>
              <a:rPr lang="ko-KR" altLang="en-US" sz="2400" dirty="0" smtClean="0"/>
              <a:t> 리스트 메뉴 버튼</a:t>
            </a:r>
            <a:endParaRPr lang="en-US" altLang="ko-KR" sz="2400" dirty="0" smtClean="0"/>
          </a:p>
          <a:p>
            <a:endParaRPr lang="en-US" altLang="ko-KR" sz="2400" dirty="0"/>
          </a:p>
          <a:p>
            <a:r>
              <a:rPr lang="en-US" altLang="ko-KR" sz="2400" dirty="0" smtClean="0"/>
              <a:t>5. </a:t>
            </a:r>
            <a:r>
              <a:rPr lang="ko-KR" altLang="en-US" sz="2400" dirty="0" smtClean="0"/>
              <a:t>전체 채팅 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58431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21084" y="476672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게임 </a:t>
            </a:r>
            <a:r>
              <a:rPr lang="en-US" altLang="ko-KR" sz="3600" dirty="0" smtClean="0"/>
              <a:t>UI  </a:t>
            </a:r>
            <a:endParaRPr lang="ko-KR" altLang="en-US" sz="3600" dirty="0"/>
          </a:p>
        </p:txBody>
      </p:sp>
      <p:sp>
        <p:nvSpPr>
          <p:cNvPr id="30" name="십이각형 29"/>
          <p:cNvSpPr/>
          <p:nvPr/>
        </p:nvSpPr>
        <p:spPr>
          <a:xfrm>
            <a:off x="395536" y="1383922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pic>
        <p:nvPicPr>
          <p:cNvPr id="5122" name="Picture 2" descr="C:\Users\goldenboy\Pictures\클릭시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563942"/>
            <a:ext cx="2088232" cy="170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779912" y="845440"/>
            <a:ext cx="44644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땅을 </a:t>
            </a:r>
            <a:r>
              <a:rPr lang="ko-KR" altLang="en-US" dirty="0" err="1" smtClean="0"/>
              <a:t>클릭했을시에는</a:t>
            </a:r>
            <a:r>
              <a:rPr lang="ko-KR" altLang="en-US" dirty="0" smtClean="0"/>
              <a:t> 필드를 이동한다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하지만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상대방 플레이어를 클릭하면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“</a:t>
            </a:r>
            <a:r>
              <a:rPr lang="ko-KR" altLang="en-US" dirty="0" smtClean="0"/>
              <a:t>대화</a:t>
            </a:r>
            <a:r>
              <a:rPr lang="en-US" altLang="ko-KR" dirty="0" smtClean="0"/>
              <a:t>”</a:t>
            </a:r>
            <a:r>
              <a:rPr lang="ko-KR" altLang="en-US" dirty="0" smtClean="0"/>
              <a:t> 혹은 </a:t>
            </a:r>
            <a:r>
              <a:rPr lang="en-US" altLang="ko-KR" dirty="0" smtClean="0"/>
              <a:t>“</a:t>
            </a:r>
            <a:r>
              <a:rPr lang="ko-KR" altLang="en-US" dirty="0" smtClean="0"/>
              <a:t>결투</a:t>
            </a:r>
            <a:r>
              <a:rPr lang="en-US" altLang="ko-KR" dirty="0" smtClean="0"/>
              <a:t>” </a:t>
            </a:r>
            <a:r>
              <a:rPr lang="ko-KR" altLang="en-US" dirty="0" smtClean="0"/>
              <a:t>에 대한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상대방 위치에 </a:t>
            </a:r>
            <a:r>
              <a:rPr lang="en-US" altLang="ko-KR" dirty="0" smtClean="0"/>
              <a:t>UI</a:t>
            </a:r>
            <a:r>
              <a:rPr lang="ko-KR" altLang="en-US" dirty="0" smtClean="0"/>
              <a:t>가 생성된</a:t>
            </a:r>
            <a:r>
              <a:rPr lang="ko-KR" altLang="en-US" dirty="0"/>
              <a:t>다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149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1428" y="153506"/>
            <a:ext cx="2754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결투 신청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779912" y="84544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6146" name="Picture 2" descr="C:\Users\goldenboy\Pictures\New요청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861048"/>
            <a:ext cx="3024336" cy="2511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십이각형 9"/>
          <p:cNvSpPr/>
          <p:nvPr/>
        </p:nvSpPr>
        <p:spPr>
          <a:xfrm>
            <a:off x="331830" y="3933056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pic>
        <p:nvPicPr>
          <p:cNvPr id="6147" name="Picture 3" descr="C:\Users\goldenboy\Pictures\배틀신청완료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62" y="980729"/>
            <a:ext cx="3005786" cy="2588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십이각형 7"/>
          <p:cNvSpPr/>
          <p:nvPr/>
        </p:nvSpPr>
        <p:spPr>
          <a:xfrm>
            <a:off x="216719" y="1027891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63888" y="980729"/>
            <a:ext cx="41044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1 . </a:t>
            </a:r>
            <a:r>
              <a:rPr lang="ko-KR" altLang="en-US" dirty="0" err="1" smtClean="0"/>
              <a:t>배틀을</a:t>
            </a:r>
            <a:r>
              <a:rPr lang="ko-KR" altLang="en-US" dirty="0" smtClean="0"/>
              <a:t> 신청한 쪽에서는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배틀 신청이 완료되었다는 팝업생성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93263" y="3880272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 </a:t>
            </a:r>
            <a:r>
              <a:rPr lang="ko-KR" altLang="en-US" dirty="0" err="1" smtClean="0"/>
              <a:t>배틀을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신청받은</a:t>
            </a:r>
            <a:r>
              <a:rPr lang="ko-KR" altLang="en-US" dirty="0" smtClean="0"/>
              <a:t> 쪽에서는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오른쪽하단에 </a:t>
            </a:r>
            <a:r>
              <a:rPr lang="en-US" altLang="ko-KR" dirty="0" smtClean="0"/>
              <a:t>New UI </a:t>
            </a:r>
            <a:r>
              <a:rPr lang="ko-KR" altLang="en-US" dirty="0" smtClean="0"/>
              <a:t>로 알려줌 </a:t>
            </a:r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3964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goldenboy\Pictures\대전리스트수락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50" y="3678989"/>
            <a:ext cx="3070322" cy="2373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31428" y="153506"/>
            <a:ext cx="2754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결투 신청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779912" y="84544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십이각형 9"/>
          <p:cNvSpPr/>
          <p:nvPr/>
        </p:nvSpPr>
        <p:spPr>
          <a:xfrm>
            <a:off x="216719" y="3753036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8" name="십이각형 7"/>
          <p:cNvSpPr/>
          <p:nvPr/>
        </p:nvSpPr>
        <p:spPr>
          <a:xfrm>
            <a:off x="216719" y="1027891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35896" y="980728"/>
            <a:ext cx="54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3 . </a:t>
            </a:r>
            <a:r>
              <a:rPr lang="ko-KR" altLang="en-US" dirty="0" smtClean="0"/>
              <a:t>신청 </a:t>
            </a:r>
            <a:r>
              <a:rPr lang="ko-KR" altLang="en-US" dirty="0" err="1" smtClean="0"/>
              <a:t>받은쪽에서는</a:t>
            </a:r>
            <a:r>
              <a:rPr lang="ko-KR" altLang="en-US" dirty="0" smtClean="0"/>
              <a:t> 대전버튼을 누르면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대전 </a:t>
            </a:r>
            <a:r>
              <a:rPr lang="ko-KR" altLang="en-US" dirty="0" err="1" smtClean="0"/>
              <a:t>신청받은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배틀리스트</a:t>
            </a:r>
            <a:r>
              <a:rPr lang="ko-KR" altLang="en-US" dirty="0" smtClean="0"/>
              <a:t> 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가 나타난다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93263" y="3880272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배틀리스트중</a:t>
            </a:r>
            <a:r>
              <a:rPr lang="ko-KR" altLang="en-US" dirty="0" smtClean="0"/>
              <a:t> 하나를 선택하면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해당 </a:t>
            </a:r>
            <a:r>
              <a:rPr lang="ko-KR" altLang="en-US" dirty="0" err="1" smtClean="0"/>
              <a:t>배틀을</a:t>
            </a:r>
            <a:r>
              <a:rPr lang="ko-KR" altLang="en-US" dirty="0" smtClean="0"/>
              <a:t> 수락하겠냐는 팝업이 뜸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7170" name="Picture 2" descr="C:\Users\goldenboy\Pictures\배틀리스트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24" y="1457491"/>
            <a:ext cx="3148076" cy="16630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3323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goldenboy\Pictures\최종배틀수락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85" y="980728"/>
            <a:ext cx="3083639" cy="231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31428" y="153506"/>
            <a:ext cx="27547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결투 진행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779912" y="84544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십이각형 9"/>
          <p:cNvSpPr/>
          <p:nvPr/>
        </p:nvSpPr>
        <p:spPr>
          <a:xfrm>
            <a:off x="216719" y="3753036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8" name="십이각형 7"/>
          <p:cNvSpPr/>
          <p:nvPr/>
        </p:nvSpPr>
        <p:spPr>
          <a:xfrm>
            <a:off x="216719" y="1027891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635896" y="980728"/>
            <a:ext cx="5400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5 . </a:t>
            </a:r>
            <a:r>
              <a:rPr lang="ko-KR" altLang="en-US" dirty="0" smtClean="0"/>
              <a:t>신청 </a:t>
            </a:r>
            <a:r>
              <a:rPr lang="ko-KR" altLang="en-US" dirty="0" err="1" smtClean="0"/>
              <a:t>받은쪽에서는</a:t>
            </a:r>
            <a:r>
              <a:rPr lang="ko-KR" altLang="en-US" dirty="0" smtClean="0"/>
              <a:t> 대전을 수락하면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err="1" smtClean="0"/>
              <a:t>신청쪽에게</a:t>
            </a:r>
            <a:r>
              <a:rPr lang="ko-KR" altLang="en-US" dirty="0" smtClean="0"/>
              <a:t> 최종 배틀 진행여부를 물어본다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93262" y="3880272"/>
            <a:ext cx="5550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6 . 5</a:t>
            </a:r>
            <a:r>
              <a:rPr lang="ko-KR" altLang="en-US" dirty="0" smtClean="0"/>
              <a:t>에서 최종 </a:t>
            </a:r>
            <a:r>
              <a:rPr lang="ko-KR" altLang="en-US" dirty="0" err="1" smtClean="0"/>
              <a:t>수락시</a:t>
            </a:r>
            <a:r>
              <a:rPr lang="ko-KR" altLang="en-US" dirty="0" smtClean="0"/>
              <a:t> 가위바위보 배틀 진입한다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497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31428" y="153506"/>
            <a:ext cx="4904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 smtClean="0"/>
              <a:t>귓말</a:t>
            </a:r>
            <a:r>
              <a:rPr lang="ko-KR" altLang="en-US" sz="3600" dirty="0" smtClean="0"/>
              <a:t> 요청 </a:t>
            </a:r>
            <a:r>
              <a:rPr lang="en-US" altLang="ko-KR" sz="3600" dirty="0" smtClean="0"/>
              <a:t>( 1:1 </a:t>
            </a:r>
            <a:r>
              <a:rPr lang="ko-KR" altLang="en-US" sz="3600" dirty="0" smtClean="0"/>
              <a:t>대화</a:t>
            </a:r>
            <a:r>
              <a:rPr lang="en-US" altLang="ko-KR" sz="3600" dirty="0" smtClean="0"/>
              <a:t>)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779912" y="84544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십이각형 9"/>
          <p:cNvSpPr/>
          <p:nvPr/>
        </p:nvSpPr>
        <p:spPr>
          <a:xfrm>
            <a:off x="331830" y="3933056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8" name="십이각형 7"/>
          <p:cNvSpPr/>
          <p:nvPr/>
        </p:nvSpPr>
        <p:spPr>
          <a:xfrm>
            <a:off x="216719" y="1027891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63888" y="980729"/>
            <a:ext cx="525658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1 . </a:t>
            </a:r>
            <a:r>
              <a:rPr lang="ko-KR" altLang="en-US" dirty="0" smtClean="0"/>
              <a:t>대화 </a:t>
            </a:r>
            <a:r>
              <a:rPr lang="ko-KR" altLang="en-US" dirty="0" err="1" smtClean="0"/>
              <a:t>선택시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( </a:t>
            </a:r>
            <a:r>
              <a:rPr lang="ko-KR" altLang="en-US" dirty="0" smtClean="0"/>
              <a:t>캐릭터 클릭</a:t>
            </a:r>
            <a:r>
              <a:rPr lang="en-US" altLang="ko-KR" dirty="0"/>
              <a:t> </a:t>
            </a:r>
            <a:r>
              <a:rPr lang="en-US" altLang="ko-KR" dirty="0" smtClean="0"/>
              <a:t>UI ) </a:t>
            </a:r>
          </a:p>
          <a:p>
            <a:endParaRPr lang="en-US" altLang="ko-KR" dirty="0"/>
          </a:p>
          <a:p>
            <a:r>
              <a:rPr lang="ko-KR" altLang="en-US" dirty="0" smtClean="0"/>
              <a:t>텍스트를 입력 및 대화를 </a:t>
            </a:r>
            <a:r>
              <a:rPr lang="ko-KR" altLang="en-US" dirty="0" err="1" smtClean="0"/>
              <a:t>출력할수</a:t>
            </a:r>
            <a:r>
              <a:rPr lang="ko-KR" altLang="en-US" dirty="0" smtClean="0"/>
              <a:t> 있는 대화 </a:t>
            </a:r>
            <a:r>
              <a:rPr lang="en-US" altLang="ko-KR" dirty="0" smtClean="0"/>
              <a:t>UI</a:t>
            </a:r>
            <a:r>
              <a:rPr lang="ko-KR" altLang="en-US" dirty="0" smtClean="0"/>
              <a:t>가 화면을 음영으로 덮는다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원하는 텍스트를 입력한다 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593263" y="3880272"/>
            <a:ext cx="41044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 </a:t>
            </a:r>
            <a:r>
              <a:rPr lang="ko-KR" altLang="en-US" dirty="0" err="1" smtClean="0"/>
              <a:t>귓말을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받은쪽에서는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New </a:t>
            </a:r>
            <a:r>
              <a:rPr lang="en-US" altLang="ko-KR" dirty="0" err="1" smtClean="0"/>
              <a:t>ui</a:t>
            </a:r>
            <a:r>
              <a:rPr lang="ko-KR" altLang="en-US" dirty="0"/>
              <a:t> </a:t>
            </a:r>
            <a:r>
              <a:rPr lang="ko-KR" altLang="en-US" dirty="0" smtClean="0"/>
              <a:t>연출이 나타난다</a:t>
            </a:r>
            <a:endParaRPr lang="ko-KR" altLang="en-US" dirty="0"/>
          </a:p>
        </p:txBody>
      </p:sp>
      <p:pic>
        <p:nvPicPr>
          <p:cNvPr id="9218" name="Picture 2" descr="C:\Users\goldenboy\Pictures\귓말입력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80729"/>
            <a:ext cx="1788102" cy="284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9" name="Picture 3" descr="C:\Users\goldenboy\Pictures\귓말 Ne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95" y="4365104"/>
            <a:ext cx="2394131" cy="2089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709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goldenboy\Pictures\귓말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279" y="1162497"/>
            <a:ext cx="3243610" cy="2195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531428" y="153506"/>
            <a:ext cx="49046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err="1" smtClean="0"/>
              <a:t>귓말</a:t>
            </a:r>
            <a:r>
              <a:rPr lang="ko-KR" altLang="en-US" sz="3600" dirty="0" smtClean="0"/>
              <a:t>  </a:t>
            </a:r>
            <a:r>
              <a:rPr lang="en-US" altLang="ko-KR" sz="3600" dirty="0" smtClean="0"/>
              <a:t>( 1:1 </a:t>
            </a:r>
            <a:r>
              <a:rPr lang="ko-KR" altLang="en-US" sz="3600" dirty="0" smtClean="0"/>
              <a:t>대화</a:t>
            </a:r>
            <a:r>
              <a:rPr lang="en-US" altLang="ko-KR" sz="3600" dirty="0" smtClean="0"/>
              <a:t>)</a:t>
            </a:r>
            <a:endParaRPr lang="ko-KR" alt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3779912" y="845440"/>
            <a:ext cx="44644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0" name="십이각형 9"/>
          <p:cNvSpPr/>
          <p:nvPr/>
        </p:nvSpPr>
        <p:spPr>
          <a:xfrm>
            <a:off x="331830" y="3933056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  <p:sp>
        <p:nvSpPr>
          <p:cNvPr id="8" name="십이각형 7"/>
          <p:cNvSpPr/>
          <p:nvPr/>
        </p:nvSpPr>
        <p:spPr>
          <a:xfrm>
            <a:off x="125279" y="994640"/>
            <a:ext cx="378508" cy="360040"/>
          </a:xfrm>
          <a:prstGeom prst="dodecag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563888" y="980729"/>
            <a:ext cx="52565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 . </a:t>
            </a:r>
            <a:r>
              <a:rPr lang="ko-KR" altLang="en-US" dirty="0" smtClean="0"/>
              <a:t>대화요청을 </a:t>
            </a:r>
            <a:r>
              <a:rPr lang="ko-KR" altLang="en-US" dirty="0" err="1" smtClean="0"/>
              <a:t>받은쪽에서는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대화 버튼을 누르면 대화 요청 리스트</a:t>
            </a:r>
            <a:r>
              <a:rPr lang="en-US" altLang="ko-KR" dirty="0" smtClean="0"/>
              <a:t>UI </a:t>
            </a:r>
            <a:r>
              <a:rPr lang="ko-KR" altLang="en-US" dirty="0" smtClean="0"/>
              <a:t>가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나타난다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원하는 </a:t>
            </a:r>
            <a:r>
              <a:rPr lang="ko-KR" altLang="en-US" dirty="0" err="1" smtClean="0"/>
              <a:t>리스트중</a:t>
            </a:r>
            <a:r>
              <a:rPr lang="ko-KR" altLang="en-US" dirty="0" smtClean="0"/>
              <a:t> 하나를 선택하면 </a:t>
            </a:r>
            <a:r>
              <a:rPr lang="en-US" altLang="ko-KR" dirty="0" smtClean="0"/>
              <a:t>4</a:t>
            </a:r>
            <a:r>
              <a:rPr lang="ko-KR" altLang="en-US" dirty="0" smtClean="0"/>
              <a:t>로 이동</a:t>
            </a:r>
            <a:endParaRPr lang="en-US" altLang="ko-KR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3593263" y="3880272"/>
            <a:ext cx="4104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4 </a:t>
            </a:r>
            <a:r>
              <a:rPr lang="ko-KR" altLang="en-US" dirty="0" smtClean="0"/>
              <a:t>원하는 사람과 </a:t>
            </a:r>
            <a:r>
              <a:rPr lang="ko-KR" altLang="en-US" dirty="0" err="1" smtClean="0"/>
              <a:t>대화할수있는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텍스트 </a:t>
            </a:r>
            <a:r>
              <a:rPr lang="ko-KR" altLang="en-US" dirty="0" err="1" smtClean="0"/>
              <a:t>입력창으로</a:t>
            </a:r>
            <a:r>
              <a:rPr lang="ko-KR" altLang="en-US" dirty="0" smtClean="0"/>
              <a:t> 변경된다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그리고 대화 시작하면 됨 </a:t>
            </a:r>
            <a:endParaRPr lang="ko-KR" altLang="en-US" dirty="0"/>
          </a:p>
        </p:txBody>
      </p:sp>
      <p:pic>
        <p:nvPicPr>
          <p:cNvPr id="11" name="Picture 2" descr="C:\Users\goldenboy\Pictures\귓말입력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825949"/>
            <a:ext cx="1788102" cy="2845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566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888" y="631706"/>
            <a:ext cx="1304773" cy="26697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44008" y="1244151"/>
            <a:ext cx="560594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게임 플레이 시작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메뉴의 텍스트와 이미지가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게임이 종료되지 않은 시점에서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로비 이동 </a:t>
            </a:r>
            <a:r>
              <a:rPr lang="ko-KR" altLang="en-US" dirty="0" err="1" smtClean="0"/>
              <a:t>할시에는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텍스트가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진행중인 방으로 입장 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이미지 교체가 이루어진다</a:t>
            </a:r>
            <a:r>
              <a:rPr lang="en-US" altLang="ko-KR" dirty="0" smtClean="0"/>
              <a:t>.</a:t>
            </a:r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5220072" y="420130"/>
            <a:ext cx="54616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dirty="0" smtClean="0"/>
              <a:t>게임 </a:t>
            </a:r>
            <a:r>
              <a:rPr lang="ko-KR" altLang="en-US" sz="3600" dirty="0" err="1" smtClean="0"/>
              <a:t>재</a:t>
            </a:r>
            <a:r>
              <a:rPr lang="ko-KR" altLang="en-US" sz="3600" dirty="0" err="1" smtClean="0"/>
              <a:t>입장</a:t>
            </a:r>
            <a:endParaRPr lang="ko-KR" altLang="en-US" sz="3600" dirty="0"/>
          </a:p>
        </p:txBody>
      </p:sp>
      <p:pic>
        <p:nvPicPr>
          <p:cNvPr id="1026" name="Picture 2" descr="C:\Users\goldenboy\Pictures\로비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936192"/>
            <a:ext cx="1139427" cy="2060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72" y="3933056"/>
            <a:ext cx="1304773" cy="2669733"/>
          </a:xfrm>
          <a:prstGeom prst="rect">
            <a:avLst/>
          </a:prstGeom>
        </p:spPr>
      </p:pic>
      <p:pic>
        <p:nvPicPr>
          <p:cNvPr id="1027" name="Picture 3" descr="C:\Users\goldenboy\Pictures\방찾기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66" y="4196362"/>
            <a:ext cx="1141200" cy="214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아래쪽 화살표 14"/>
          <p:cNvSpPr/>
          <p:nvPr/>
        </p:nvSpPr>
        <p:spPr>
          <a:xfrm>
            <a:off x="554295" y="3441469"/>
            <a:ext cx="504056" cy="34192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23628" y="3441468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확</a:t>
            </a:r>
            <a:r>
              <a:rPr lang="ko-KR" altLang="en-US" sz="1400" dirty="0"/>
              <a:t>인</a:t>
            </a:r>
          </a:p>
        </p:txBody>
      </p:sp>
      <p:sp>
        <p:nvSpPr>
          <p:cNvPr id="22" name="아래쪽 화살표 21"/>
          <p:cNvSpPr/>
          <p:nvPr/>
        </p:nvSpPr>
        <p:spPr>
          <a:xfrm rot="10800000">
            <a:off x="1246931" y="3441469"/>
            <a:ext cx="504056" cy="3419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1760171" y="3454040"/>
            <a:ext cx="648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취소</a:t>
            </a:r>
            <a:endParaRPr lang="ko-KR" altLang="en-US" sz="1400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801" y="3933056"/>
            <a:ext cx="1304773" cy="2669733"/>
          </a:xfrm>
          <a:prstGeom prst="rect">
            <a:avLst/>
          </a:prstGeom>
        </p:spPr>
      </p:pic>
      <p:pic>
        <p:nvPicPr>
          <p:cNvPr id="11266" name="Picture 2" descr="C:\Users\goldenboy\Pictures\재입장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179" y="4196362"/>
            <a:ext cx="1080000" cy="214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290" y="630141"/>
            <a:ext cx="1304773" cy="266973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428705" y="1619364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err="1" smtClean="0"/>
              <a:t>게임</a:t>
            </a:r>
            <a:r>
              <a:rPr lang="ko-KR" altLang="en-US" dirty="0" err="1"/>
              <a:t>중</a:t>
            </a:r>
            <a:endParaRPr lang="ko-KR" altLang="en-US" dirty="0"/>
          </a:p>
        </p:txBody>
      </p:sp>
      <p:sp>
        <p:nvSpPr>
          <p:cNvPr id="18" name="아래쪽 화살표 17"/>
          <p:cNvSpPr/>
          <p:nvPr/>
        </p:nvSpPr>
        <p:spPr>
          <a:xfrm>
            <a:off x="2748573" y="3465124"/>
            <a:ext cx="504056" cy="341924"/>
          </a:xfrm>
          <a:prstGeom prst="down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217906" y="3465123"/>
            <a:ext cx="648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 smtClean="0"/>
              <a:t>로비이동</a:t>
            </a:r>
            <a:endParaRPr lang="ko-KR" altLang="en-US" sz="900" dirty="0"/>
          </a:p>
        </p:txBody>
      </p:sp>
      <p:sp>
        <p:nvSpPr>
          <p:cNvPr id="21" name="아래쪽 화살표 20"/>
          <p:cNvSpPr/>
          <p:nvPr/>
        </p:nvSpPr>
        <p:spPr>
          <a:xfrm rot="10800000">
            <a:off x="3250017" y="3415248"/>
            <a:ext cx="504056" cy="3419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851920" y="3468099"/>
            <a:ext cx="6480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/>
              <a:t>재진입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464247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460</Words>
  <Application>Microsoft Office PowerPoint</Application>
  <PresentationFormat>화면 슬라이드 쇼(4:3)</PresentationFormat>
  <Paragraphs>196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테마</vt:lpstr>
      <vt:lpstr>UI 상세 기획서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실제 게임 플로우 </dc:title>
  <dc:creator>goldenboy</dc:creator>
  <cp:lastModifiedBy>goldenboy</cp:lastModifiedBy>
  <cp:revision>168</cp:revision>
  <dcterms:created xsi:type="dcterms:W3CDTF">2017-04-07T16:19:56Z</dcterms:created>
  <dcterms:modified xsi:type="dcterms:W3CDTF">2017-05-23T13:32:09Z</dcterms:modified>
</cp:coreProperties>
</file>