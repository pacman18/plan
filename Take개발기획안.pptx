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8" r:id="rId4"/>
    <p:sldId id="270" r:id="rId5"/>
    <p:sldId id="266" r:id="rId6"/>
    <p:sldId id="267" r:id="rId7"/>
    <p:sldId id="271" r:id="rId8"/>
    <p:sldId id="269" r:id="rId9"/>
    <p:sldId id="273" r:id="rId10"/>
    <p:sldId id="257" r:id="rId11"/>
    <p:sldId id="272" r:id="rId12"/>
    <p:sldId id="274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39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111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84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7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8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47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1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62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14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79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79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F6F90-8ED4-4AE8-B4AB-1A0BEDBDC13D}" type="datetimeFigureOut">
              <a:rPr lang="ko-KR" altLang="en-US" smtClean="0"/>
              <a:t>2017-04-08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284A2-BA49-491F-A982-D154F31BC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74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TAKE </a:t>
            </a:r>
            <a:r>
              <a:rPr lang="en-US" altLang="ko-KR" dirty="0" err="1"/>
              <a:t>Sociatiy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909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505" y="343949"/>
            <a:ext cx="116942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정말로 재미있는 모바일 게임을 만들고 싶다</a:t>
            </a:r>
            <a:r>
              <a:rPr lang="en-US" altLang="ko-KR" dirty="0"/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Why? : </a:t>
            </a:r>
            <a:r>
              <a:rPr lang="ko-KR" altLang="en-US" dirty="0"/>
              <a:t>현재 서비스 하고 있는 모바일 게임에 대한 재미를 묻고 싶다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정말로 재미가 있어서 게임하는가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When?</a:t>
            </a:r>
            <a:r>
              <a:rPr lang="ko-KR" altLang="en-US" dirty="0"/>
              <a:t>  </a:t>
            </a:r>
            <a:r>
              <a:rPr lang="en-US" altLang="ko-KR" dirty="0"/>
              <a:t>-&gt; </a:t>
            </a:r>
            <a:r>
              <a:rPr lang="ko-KR" altLang="en-US" dirty="0"/>
              <a:t>스마트폰의 특성상 인터넷에 접속이 가능하기에</a:t>
            </a:r>
            <a:r>
              <a:rPr lang="en-US" altLang="ko-KR" dirty="0"/>
              <a:t> </a:t>
            </a:r>
            <a:r>
              <a:rPr lang="ko-KR" altLang="en-US" dirty="0"/>
              <a:t>웹 서핑 </a:t>
            </a:r>
            <a:r>
              <a:rPr lang="en-US" altLang="ko-KR" dirty="0"/>
              <a:t>( </a:t>
            </a:r>
            <a:r>
              <a:rPr lang="ko-KR" altLang="en-US" dirty="0"/>
              <a:t>뉴스 </a:t>
            </a:r>
            <a:r>
              <a:rPr lang="en-US" altLang="ko-KR" dirty="0"/>
              <a:t>, SNS , </a:t>
            </a:r>
            <a:r>
              <a:rPr lang="ko-KR" altLang="en-US" dirty="0"/>
              <a:t>웹툰 </a:t>
            </a:r>
            <a:r>
              <a:rPr lang="en-US" altLang="ko-KR" dirty="0"/>
              <a:t>) </a:t>
            </a:r>
            <a:r>
              <a:rPr lang="ko-KR" altLang="en-US" dirty="0"/>
              <a:t>등의 모든 </a:t>
            </a:r>
            <a:endParaRPr lang="en-US" altLang="ko-KR" dirty="0"/>
          </a:p>
          <a:p>
            <a:r>
              <a:rPr lang="en-US" altLang="ko-KR" dirty="0"/>
              <a:t>	    </a:t>
            </a:r>
            <a:r>
              <a:rPr lang="ko-KR" altLang="en-US" dirty="0"/>
              <a:t>정보를 수집이후 더 이상 할 것이 없을 때 게임을 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14" y="2750187"/>
            <a:ext cx="6428486" cy="36821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62409" y="5142473"/>
            <a:ext cx="4107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참고자료 </a:t>
            </a:r>
            <a:r>
              <a:rPr lang="en-US" altLang="ko-KR" dirty="0"/>
              <a:t>: 2015 </a:t>
            </a:r>
            <a:r>
              <a:rPr lang="ko-KR" altLang="en-US" dirty="0"/>
              <a:t>미래창조부 통계자료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23578" y="3640822"/>
            <a:ext cx="4134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주로 사용자가 원하는 모든 정보를 수집한 이후 게임을 </a:t>
            </a:r>
            <a:r>
              <a:rPr lang="ko-KR" altLang="en-US" dirty="0" err="1"/>
              <a:t>하게되는</a:t>
            </a:r>
            <a:r>
              <a:rPr lang="ko-KR" altLang="en-US" dirty="0"/>
              <a:t> 패턴 </a:t>
            </a:r>
          </a:p>
        </p:txBody>
      </p:sp>
    </p:spTree>
    <p:extLst>
      <p:ext uri="{BB962C8B-B14F-4D97-AF65-F5344CB8AC3E}">
        <p14:creationId xmlns:p14="http://schemas.microsoft.com/office/powerpoint/2010/main" val="89858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061" y="562062"/>
            <a:ext cx="11333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모바일게임은 재미가 있어서 하는 것이 아닌 무엇인가를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계속 해야만 무료한 시간을 보내야만 하는 것이 아닐까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1061" y="2088859"/>
            <a:ext cx="113503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Social</a:t>
            </a:r>
            <a:r>
              <a:rPr lang="ko-KR" altLang="en-US" dirty="0"/>
              <a:t> </a:t>
            </a:r>
            <a:r>
              <a:rPr lang="en-US" altLang="ko-KR" dirty="0"/>
              <a:t>Network</a:t>
            </a:r>
            <a:r>
              <a:rPr lang="ko-KR" altLang="en-US" dirty="0"/>
              <a:t> </a:t>
            </a:r>
            <a:r>
              <a:rPr lang="en-US" altLang="ko-KR" dirty="0"/>
              <a:t>Game</a:t>
            </a:r>
            <a:r>
              <a:rPr lang="ko-KR" altLang="en-US" dirty="0"/>
              <a:t> 장르인가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사람 간의 커뮤니케이션은 더 편리해 졌지만 외로움은 더 늘어나는 현실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SNG </a:t>
            </a:r>
            <a:r>
              <a:rPr lang="ko-KR" altLang="en-US" dirty="0"/>
              <a:t>게임으로  그</a:t>
            </a:r>
            <a:r>
              <a:rPr lang="en-US" altLang="ko-KR" dirty="0"/>
              <a:t> </a:t>
            </a:r>
            <a:r>
              <a:rPr lang="ko-KR" altLang="en-US" dirty="0"/>
              <a:t>허점을 공략하고자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필요사항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Game</a:t>
            </a:r>
            <a:r>
              <a:rPr lang="ko-KR" altLang="en-US" dirty="0"/>
              <a:t>의 룰은 매우 단순해야 한다</a:t>
            </a:r>
            <a:r>
              <a:rPr lang="en-US" altLang="ko-KR" dirty="0"/>
              <a:t>. ( </a:t>
            </a:r>
            <a:r>
              <a:rPr lang="ko-KR" altLang="en-US" dirty="0"/>
              <a:t>최소한의 정보만 제공 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Message </a:t>
            </a:r>
            <a:r>
              <a:rPr lang="ko-KR" altLang="en-US" dirty="0"/>
              <a:t>를 주고 받는 인터페이스가 편해야 한다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유저 간 대화가 필요한 약한 강제 조건이 승리의 전제가 되어야한다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( </a:t>
            </a:r>
            <a:r>
              <a:rPr lang="ko-KR" altLang="en-US" dirty="0"/>
              <a:t>솔로 플레이는 패배할 수 밖에 없다 </a:t>
            </a:r>
            <a:r>
              <a:rPr lang="en-US" altLang="ko-KR" dirty="0"/>
              <a:t>) </a:t>
            </a:r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993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54978" y="1757697"/>
            <a:ext cx="10515600" cy="1325563"/>
          </a:xfrm>
        </p:spPr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SNG </a:t>
            </a:r>
            <a:r>
              <a:rPr lang="ko-KR" altLang="en-US" dirty="0"/>
              <a:t>게임으로 가려 하는가</a:t>
            </a:r>
            <a:r>
              <a:rPr lang="en-US" altLang="ko-KR" dirty="0"/>
              <a:t>?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238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42" y="2324941"/>
            <a:ext cx="3692525" cy="247965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49248" y="2324941"/>
            <a:ext cx="74295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0000"/>
                </a:solidFill>
                <a:latin typeface="KoPubDotum Roboto"/>
              </a:rPr>
              <a:t>줄거리 요약  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금전적으로 궁지에 몰린  참가자들은 필요한 도박자금을 대출받아 </a:t>
            </a:r>
            <a:endParaRPr lang="en-US" altLang="ko-KR" dirty="0">
              <a:solidFill>
                <a:srgbClr val="000000"/>
              </a:solidFill>
              <a:latin typeface="KoPubDotum Roboto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그리고 각자 가위 바위 보가 그려진 </a:t>
            </a:r>
            <a:r>
              <a:rPr lang="en-US" altLang="ko-KR" dirty="0">
                <a:solidFill>
                  <a:srgbClr val="000000"/>
                </a:solidFill>
                <a:latin typeface="KoPubDotum Roboto"/>
              </a:rPr>
              <a:t>4</a:t>
            </a:r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장씩의 카드와 별 </a:t>
            </a:r>
            <a:r>
              <a:rPr lang="en-US" altLang="ko-KR" dirty="0">
                <a:solidFill>
                  <a:srgbClr val="000000"/>
                </a:solidFill>
                <a:latin typeface="KoPubDotum Roboto"/>
              </a:rPr>
              <a:t>3</a:t>
            </a:r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개를 받는다</a:t>
            </a:r>
            <a:r>
              <a:rPr lang="en-US" altLang="ko-KR" dirty="0">
                <a:solidFill>
                  <a:srgbClr val="000000"/>
                </a:solidFill>
                <a:latin typeface="KoPubDotum Roboto"/>
              </a:rPr>
              <a:t>.</a:t>
            </a:r>
          </a:p>
          <a:p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각자 가지고 있는 </a:t>
            </a:r>
            <a:r>
              <a:rPr lang="ko-KR" altLang="en-US" sz="2400" dirty="0">
                <a:solidFill>
                  <a:schemeClr val="accent1">
                    <a:lumMod val="75000"/>
                  </a:schemeClr>
                </a:solidFill>
                <a:latin typeface="KoPubDotum Roboto"/>
              </a:rPr>
              <a:t>가위바위보</a:t>
            </a:r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 카드를 이용하여 </a:t>
            </a:r>
            <a:endParaRPr lang="en-US" altLang="ko-KR" dirty="0">
              <a:solidFill>
                <a:srgbClr val="000000"/>
              </a:solidFill>
              <a:latin typeface="KoPubDotum Roboto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상대방의 별을 뺐는 것이 이 게임의 요지</a:t>
            </a:r>
            <a:r>
              <a:rPr lang="en-US" altLang="ko-KR" dirty="0">
                <a:solidFill>
                  <a:srgbClr val="000000"/>
                </a:solidFill>
                <a:latin typeface="KoPubDotum Roboto"/>
              </a:rPr>
              <a:t>. ( </a:t>
            </a:r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별은 </a:t>
            </a:r>
            <a:r>
              <a:rPr lang="en-US" altLang="ko-KR" dirty="0">
                <a:solidFill>
                  <a:srgbClr val="000000"/>
                </a:solidFill>
                <a:latin typeface="KoPubDotum Roboto"/>
              </a:rPr>
              <a:t>1</a:t>
            </a:r>
            <a:r>
              <a:rPr lang="ko-KR" altLang="en-US" dirty="0">
                <a:solidFill>
                  <a:srgbClr val="000000"/>
                </a:solidFill>
                <a:latin typeface="KoPubDotum Roboto"/>
              </a:rPr>
              <a:t>개당 화폐화가능 </a:t>
            </a:r>
            <a:r>
              <a:rPr lang="en-US" altLang="ko-KR" dirty="0">
                <a:solidFill>
                  <a:srgbClr val="000000"/>
                </a:solidFill>
                <a:latin typeface="KoPubDotum Roboto"/>
              </a:rPr>
              <a:t>)</a:t>
            </a:r>
          </a:p>
          <a:p>
            <a:endParaRPr lang="en-US" altLang="ko-KR" dirty="0">
              <a:solidFill>
                <a:srgbClr val="000000"/>
              </a:solidFill>
              <a:latin typeface="KoPubDotum Roboto"/>
            </a:endParaRPr>
          </a:p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단순하고 공정하여 운으로만 결과가 결정될 것 같은 </a:t>
            </a:r>
            <a:endParaRPr lang="en-US" altLang="ko-KR" dirty="0"/>
          </a:p>
          <a:p>
            <a:r>
              <a:rPr lang="ko-KR" altLang="en-US" dirty="0"/>
              <a:t>이 게임은 사실은 머리를 쓰는 게임이다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575420" y="343949"/>
            <a:ext cx="7214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게임을 만들고 싶고 </a:t>
            </a:r>
            <a:r>
              <a:rPr lang="en-US" altLang="ko-KR" dirty="0"/>
              <a:t>&amp; </a:t>
            </a:r>
            <a:r>
              <a:rPr lang="ko-KR" altLang="en-US" dirty="0"/>
              <a:t>도전해 볼만하다 싶은 이유 </a:t>
            </a:r>
          </a:p>
        </p:txBody>
      </p:sp>
    </p:spTree>
    <p:extLst>
      <p:ext uri="{BB962C8B-B14F-4D97-AF65-F5344CB8AC3E}">
        <p14:creationId xmlns:p14="http://schemas.microsoft.com/office/powerpoint/2010/main" val="346527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02377" y="158369"/>
            <a:ext cx="54483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게임 룰 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sz="1600" dirty="0"/>
              <a:t>시합을 하기로 합의한 상대와 맞서 가지고 있는 </a:t>
            </a:r>
            <a:endParaRPr lang="en-US" altLang="ko-KR" sz="1600" dirty="0"/>
          </a:p>
          <a:p>
            <a:r>
              <a:rPr lang="ko-KR" altLang="en-US" sz="1600" dirty="0"/>
              <a:t>카드로 가위바위보를 하고</a:t>
            </a:r>
            <a:r>
              <a:rPr lang="en-US" altLang="ko-KR" sz="1600" dirty="0"/>
              <a:t>, </a:t>
            </a:r>
          </a:p>
          <a:p>
            <a:r>
              <a:rPr lang="ko-KR" altLang="en-US" sz="1600" dirty="0"/>
              <a:t>한번 쓴 카드는 회수한다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r>
              <a:rPr lang="ko-KR" altLang="en-US" sz="1600" dirty="0"/>
              <a:t>사용된 가위</a:t>
            </a:r>
            <a:r>
              <a:rPr lang="en-US" altLang="ko-KR" sz="1600" dirty="0"/>
              <a:t>/</a:t>
            </a:r>
            <a:r>
              <a:rPr lang="ko-KR" altLang="en-US" sz="1600" dirty="0"/>
              <a:t>바위</a:t>
            </a:r>
            <a:r>
              <a:rPr lang="en-US" altLang="ko-KR" sz="1600" dirty="0"/>
              <a:t>/</a:t>
            </a:r>
            <a:r>
              <a:rPr lang="ko-KR" altLang="en-US" sz="1600" dirty="0"/>
              <a:t>보 카드의 숫자는 </a:t>
            </a:r>
            <a:endParaRPr lang="en-US" altLang="ko-KR" sz="1600" dirty="0"/>
          </a:p>
          <a:p>
            <a:r>
              <a:rPr lang="ko-KR" altLang="en-US" sz="2400" dirty="0">
                <a:solidFill>
                  <a:srgbClr val="FF0000"/>
                </a:solidFill>
              </a:rPr>
              <a:t>전광판</a:t>
            </a:r>
            <a:r>
              <a:rPr lang="ko-KR" altLang="en-US" sz="1600" dirty="0"/>
              <a:t>에 집계되어 공개된다</a:t>
            </a:r>
            <a:r>
              <a:rPr lang="en-US" altLang="ko-KR" sz="1600" dirty="0"/>
              <a:t>.</a:t>
            </a:r>
            <a:r>
              <a:rPr lang="ko-KR" altLang="en-US" sz="1600" dirty="0"/>
              <a:t/>
            </a:r>
            <a:br>
              <a:rPr lang="ko-KR" altLang="en-US" sz="1600" dirty="0"/>
            </a:br>
            <a:r>
              <a:rPr lang="ko-KR" altLang="en-US" sz="1600" dirty="0"/>
              <a:t/>
            </a:r>
            <a:br>
              <a:rPr lang="ko-KR" altLang="en-US" sz="1600" dirty="0"/>
            </a:br>
            <a:r>
              <a:rPr lang="ko-KR" altLang="en-US" sz="1600" dirty="0"/>
              <a:t>경기 제한시간은 </a:t>
            </a:r>
            <a:r>
              <a:rPr lang="en-US" altLang="ko-KR" sz="1600" dirty="0"/>
              <a:t>6</a:t>
            </a:r>
            <a:r>
              <a:rPr lang="ko-KR" altLang="en-US" sz="1600" dirty="0"/>
              <a:t>시간</a:t>
            </a:r>
            <a:r>
              <a:rPr lang="en-US" altLang="ko-KR" sz="1600" dirty="0"/>
              <a:t>. (</a:t>
            </a:r>
            <a:r>
              <a:rPr lang="ko-KR" altLang="en-US" sz="1600" dirty="0"/>
              <a:t>임의시간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6</a:t>
            </a:r>
            <a:r>
              <a:rPr lang="ko-KR" altLang="en-US" sz="1600" dirty="0"/>
              <a:t>시간 동안 </a:t>
            </a:r>
            <a:r>
              <a:rPr lang="en-US" altLang="ko-KR" sz="1600" dirty="0"/>
              <a:t>12</a:t>
            </a:r>
            <a:r>
              <a:rPr lang="ko-KR" altLang="en-US" sz="1600" dirty="0"/>
              <a:t>장의 카드를 모두 사용하고 </a:t>
            </a:r>
            <a:endParaRPr lang="en-US" altLang="ko-KR" sz="1600" dirty="0"/>
          </a:p>
          <a:p>
            <a:r>
              <a:rPr lang="en-US" altLang="ko-KR" sz="1600" dirty="0"/>
              <a:t>3</a:t>
            </a:r>
            <a:r>
              <a:rPr lang="ko-KR" altLang="en-US" sz="1600" dirty="0"/>
              <a:t>개 이상의 별을 확보하면 승리한다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r>
              <a:rPr lang="ko-KR" altLang="en-US" sz="1600" dirty="0"/>
              <a:t>반대로 </a:t>
            </a:r>
            <a:r>
              <a:rPr lang="en-US" altLang="ko-KR" sz="1600" dirty="0"/>
              <a:t>6</a:t>
            </a:r>
            <a:r>
              <a:rPr lang="ko-KR" altLang="en-US" sz="1600" dirty="0"/>
              <a:t>시간이 지났을 때에 카드를 모두 사용하지 못하였거나</a:t>
            </a:r>
            <a:r>
              <a:rPr lang="en-US" altLang="ko-KR" sz="1600" dirty="0"/>
              <a:t>, </a:t>
            </a:r>
            <a:r>
              <a:rPr lang="ko-KR" altLang="en-US" sz="1600" dirty="0"/>
              <a:t>별이 </a:t>
            </a:r>
            <a:r>
              <a:rPr lang="en-US" altLang="ko-KR" sz="1600" dirty="0"/>
              <a:t>2</a:t>
            </a:r>
            <a:r>
              <a:rPr lang="ko-KR" altLang="en-US" sz="1600" dirty="0"/>
              <a:t>개 이하일 때는 패배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r>
              <a:rPr lang="ko-KR" altLang="en-US" sz="1600" dirty="0"/>
              <a:t>제한 시간 중간이라도 별 </a:t>
            </a:r>
            <a:r>
              <a:rPr lang="en-US" altLang="ko-KR" sz="1600" dirty="0"/>
              <a:t>3</a:t>
            </a:r>
            <a:r>
              <a:rPr lang="ko-KR" altLang="en-US" sz="1600" dirty="0"/>
              <a:t>개를 모두 잃으면 그것도 패배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20" y="552651"/>
            <a:ext cx="5130159" cy="32126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3516" y="4169328"/>
            <a:ext cx="444616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카드와 별은 유저간 거래가 가능하여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단순 운으로만 진행될 수 있는 게임이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dirty="0">
                <a:solidFill>
                  <a:srgbClr val="FF0000"/>
                </a:solidFill>
              </a:rPr>
              <a:t>거래가능</a:t>
            </a:r>
            <a:r>
              <a:rPr lang="ko-KR" altLang="en-US" sz="1400" dirty="0"/>
              <a:t>으로 승리의 변수가 생기게 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바로 이점이 </a:t>
            </a:r>
            <a:r>
              <a:rPr lang="en-US" altLang="ko-KR" sz="1400" dirty="0"/>
              <a:t>SNG </a:t>
            </a:r>
            <a:r>
              <a:rPr lang="ko-KR" altLang="en-US" sz="1400" dirty="0"/>
              <a:t>게임에 딱 부합하는 부분이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아닌가 싶다</a:t>
            </a:r>
            <a:r>
              <a:rPr lang="en-US" altLang="ko-KR" sz="1400" dirty="0"/>
              <a:t>. 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100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2247" y="1657029"/>
            <a:ext cx="11804010" cy="1908292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진짜 현실에 저런 게임 하는 곳이 있었으면 좋겠다</a:t>
            </a:r>
            <a:r>
              <a:rPr lang="en-US" altLang="ko-KR" sz="4000" dirty="0"/>
              <a:t>. </a:t>
            </a:r>
            <a:endParaRPr lang="ko-KR" alt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2114026" y="4093828"/>
            <a:ext cx="8573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게임으로 만들기엔 검증이 필요하다</a:t>
            </a:r>
            <a:r>
              <a:rPr lang="en-US" altLang="ko-KR" dirty="0"/>
              <a:t>. </a:t>
            </a:r>
            <a:r>
              <a:rPr lang="ko-KR" altLang="en-US" dirty="0"/>
              <a:t>아직 게임으로 만들기엔 자료가 부족하다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만화 속 내용이 현실과 얼마나 부합할 수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14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803" y="1024389"/>
            <a:ext cx="4967180" cy="2641601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78840" y="3935153"/>
            <a:ext cx="10620464" cy="2093053"/>
          </a:xfrm>
        </p:spPr>
        <p:txBody>
          <a:bodyPr>
            <a:normAutofit/>
          </a:bodyPr>
          <a:lstStyle/>
          <a:p>
            <a:pPr algn="ctr"/>
            <a:r>
              <a:rPr lang="ko-KR" altLang="en-US" sz="2000" dirty="0"/>
              <a:t>총 </a:t>
            </a:r>
            <a:r>
              <a:rPr lang="en-US" altLang="ko-KR" sz="2000" dirty="0"/>
              <a:t>13</a:t>
            </a:r>
            <a:r>
              <a:rPr lang="ko-KR" altLang="en-US" sz="2000" dirty="0"/>
              <a:t>명의 게이머가 출현 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ko-KR" altLang="en-US" sz="2000" dirty="0"/>
              <a:t>매주 </a:t>
            </a:r>
            <a:r>
              <a:rPr lang="en-US" altLang="ko-KR" sz="2000" dirty="0"/>
              <a:t>1</a:t>
            </a:r>
            <a:r>
              <a:rPr lang="ko-KR" altLang="en-US" sz="2000" dirty="0"/>
              <a:t>명씩 떨어뜨리는 방식의 </a:t>
            </a:r>
            <a:r>
              <a:rPr lang="ko-KR" altLang="en-US" sz="2000" dirty="0" err="1"/>
              <a:t>서바이버</a:t>
            </a:r>
            <a:r>
              <a:rPr lang="ko-KR" altLang="en-US" sz="2000" dirty="0"/>
              <a:t> </a:t>
            </a:r>
            <a:r>
              <a:rPr lang="en-US" altLang="ko-KR" sz="2000" dirty="0"/>
              <a:t>TV</a:t>
            </a:r>
            <a:r>
              <a:rPr lang="ko-KR" altLang="en-US" sz="2000" dirty="0"/>
              <a:t> 프로그램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5989" y="385894"/>
            <a:ext cx="469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만화 속 게임을 실현한 </a:t>
            </a:r>
            <a:r>
              <a:rPr lang="en-US" altLang="ko-KR" dirty="0"/>
              <a:t>TV </a:t>
            </a:r>
            <a:r>
              <a:rPr lang="ko-KR" altLang="en-US" dirty="0"/>
              <a:t>프로그램 등장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115" y="6199464"/>
            <a:ext cx="117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이 프로그램 성공적이었다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647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44894" y="2930789"/>
            <a:ext cx="6772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방탈출게임과 같이 실제 카페활동이 활발해졌으며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오프라인 </a:t>
            </a:r>
            <a:r>
              <a:rPr lang="en-US" altLang="ko-KR" dirty="0"/>
              <a:t>&amp;</a:t>
            </a:r>
            <a:r>
              <a:rPr lang="ko-KR" altLang="en-US" dirty="0"/>
              <a:t> 온라인으로 게임을 원하는 사람이 많았다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33" y="2558536"/>
            <a:ext cx="3082635" cy="1849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26422" y="251670"/>
            <a:ext cx="70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방영후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401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68" y="2235437"/>
            <a:ext cx="2130825" cy="1430919"/>
          </a:xfrm>
          <a:prstGeom prst="rect">
            <a:avLst/>
          </a:prstGeom>
        </p:spPr>
      </p:pic>
      <p:sp>
        <p:nvSpPr>
          <p:cNvPr id="6" name="더하기 기호 5"/>
          <p:cNvSpPr/>
          <p:nvPr/>
        </p:nvSpPr>
        <p:spPr>
          <a:xfrm>
            <a:off x="4285157" y="2421701"/>
            <a:ext cx="2139192" cy="178685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419" y="2095758"/>
            <a:ext cx="3801005" cy="22832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89527" y="318782"/>
            <a:ext cx="7633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게임으로 제작하기로 생각한 것과 다른 점이 있다면 </a:t>
            </a:r>
            <a:endParaRPr lang="en-US" altLang="ko-KR" dirty="0"/>
          </a:p>
          <a:p>
            <a:r>
              <a:rPr lang="en-US" altLang="ko-KR" dirty="0"/>
              <a:t>TV </a:t>
            </a:r>
            <a:r>
              <a:rPr lang="ko-KR" altLang="en-US" dirty="0"/>
              <a:t>프로그램 특성상 일정 회 차를 염두에 두고 </a:t>
            </a:r>
            <a:endParaRPr lang="en-US" altLang="ko-KR" dirty="0"/>
          </a:p>
          <a:p>
            <a:r>
              <a:rPr lang="ko-KR" altLang="en-US" dirty="0"/>
              <a:t>방송을 하는 것이기에 </a:t>
            </a:r>
            <a:r>
              <a:rPr lang="en-US" altLang="ko-KR" dirty="0"/>
              <a:t>2</a:t>
            </a:r>
            <a:r>
              <a:rPr lang="ko-KR" altLang="en-US" dirty="0"/>
              <a:t>가지 컨텐츠를 섞었다는 것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47288" y="3839224"/>
            <a:ext cx="344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외 다른 보드게임들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11" name="화살표: 아래쪽 10"/>
          <p:cNvSpPr/>
          <p:nvPr/>
        </p:nvSpPr>
        <p:spPr>
          <a:xfrm>
            <a:off x="4461325" y="4918199"/>
            <a:ext cx="1786855" cy="3858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581" y="5637886"/>
            <a:ext cx="1710599" cy="1014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01761" y="4739780"/>
            <a:ext cx="3355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매주 </a:t>
            </a:r>
            <a:r>
              <a:rPr lang="en-US" altLang="ko-KR" dirty="0"/>
              <a:t>1</a:t>
            </a:r>
            <a:r>
              <a:rPr lang="ko-KR" altLang="en-US" dirty="0"/>
              <a:t>명씩 떨어뜨려 최후의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인을 뽑는 프로그램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729" y="4647501"/>
            <a:ext cx="3221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보드게임 진행 우승자 결정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410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12022" y="1006679"/>
            <a:ext cx="8976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TV </a:t>
            </a:r>
            <a:r>
              <a:rPr lang="ko-KR" altLang="en-US" dirty="0"/>
              <a:t>프로그램에 맞게 각색한 것이기에 게임으로 만들기엔 동떨어짐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248" y="1534925"/>
            <a:ext cx="4014204" cy="2512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2741" y="1658923"/>
            <a:ext cx="58375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실제 한 </a:t>
            </a:r>
            <a:r>
              <a:rPr lang="ko-KR" altLang="en-US" dirty="0" err="1"/>
              <a:t>인디개발자는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더 </a:t>
            </a:r>
            <a:r>
              <a:rPr lang="ko-KR" altLang="en-US" dirty="0" err="1"/>
              <a:t>지니어스</a:t>
            </a:r>
            <a:r>
              <a:rPr lang="ko-KR" altLang="en-US" dirty="0"/>
              <a:t> 게임</a:t>
            </a:r>
            <a:r>
              <a:rPr lang="en-US" altLang="ko-KR" dirty="0"/>
              <a:t>”</a:t>
            </a:r>
            <a:r>
              <a:rPr lang="ko-KR" altLang="en-US" dirty="0"/>
              <a:t>에 등장하는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한가지 게임을 앱으로 만들어서 스토어에 올려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유료결제를 </a:t>
            </a:r>
            <a:r>
              <a:rPr lang="ko-KR" altLang="en-US" dirty="0" err="1"/>
              <a:t>진행하기도함</a:t>
            </a:r>
            <a:r>
              <a:rPr lang="en-US" altLang="ko-KR" dirty="0"/>
              <a:t>.  ( </a:t>
            </a:r>
            <a:r>
              <a:rPr lang="ko-KR" altLang="en-US" dirty="0"/>
              <a:t>현재는 서비스 </a:t>
            </a:r>
            <a:r>
              <a:rPr lang="en-US" altLang="ko-KR" dirty="0"/>
              <a:t>X )</a:t>
            </a:r>
          </a:p>
          <a:p>
            <a:endParaRPr lang="en-US" altLang="ko-KR" dirty="0"/>
          </a:p>
          <a:p>
            <a:r>
              <a:rPr lang="ko-KR" altLang="en-US" dirty="0"/>
              <a:t>커뮤니케이션이 없는 단독 솔로 플레이만 진행됨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기존 슈팅게임처럼 총 점수 랭크만 지원 </a:t>
            </a:r>
            <a:r>
              <a:rPr lang="en-US" altLang="ko-KR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189" y="4980152"/>
            <a:ext cx="8581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상호 커뮤니케이션이 주가 되어야 하는 게임을 단독 플레이 게임으로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만들어 버린 것이 흥행부진의 원인으로 추정 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663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0394" y="402670"/>
            <a:ext cx="1152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가위바위보 게임을 제작 하는 것에 대한 가능성을 보는 이유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86560" y="1191237"/>
            <a:ext cx="11081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다른이와</a:t>
            </a:r>
            <a:r>
              <a:rPr lang="ko-KR" altLang="en-US" dirty="0"/>
              <a:t> 교감 </a:t>
            </a:r>
            <a:r>
              <a:rPr lang="en-US" altLang="ko-KR" dirty="0"/>
              <a:t>( </a:t>
            </a:r>
            <a:r>
              <a:rPr lang="ko-KR" altLang="en-US" dirty="0"/>
              <a:t>대화 </a:t>
            </a:r>
            <a:r>
              <a:rPr lang="en-US" altLang="ko-KR" dirty="0"/>
              <a:t>, </a:t>
            </a:r>
            <a:r>
              <a:rPr lang="ko-KR" altLang="en-US" dirty="0"/>
              <a:t>게임이라는 공통된 요소를 가지고 누군가와 이야기 할 수 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스마트폰이 보급되면서 다른 이와 대화단절이 예전보다 더 나날이 늘어나고있다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다른 누군가와 공감을 가지고 대화 한다는 것이 가장 큰 장점이다</a:t>
            </a:r>
            <a:r>
              <a:rPr lang="en-US" altLang="ko-KR" dirty="0"/>
              <a:t>. </a:t>
            </a:r>
            <a:r>
              <a:rPr lang="en-US" altLang="ko-KR" dirty="0" smtClean="0"/>
              <a:t>( </a:t>
            </a:r>
            <a:r>
              <a:rPr lang="en-US" altLang="ko-KR" dirty="0"/>
              <a:t>MMORPG</a:t>
            </a:r>
            <a:r>
              <a:rPr lang="ko-KR" altLang="en-US" dirty="0"/>
              <a:t>가 증명하지않는가</a:t>
            </a:r>
            <a:r>
              <a:rPr lang="en-US" altLang="ko-KR" dirty="0"/>
              <a:t>. )    </a:t>
            </a:r>
          </a:p>
          <a:p>
            <a:endParaRPr lang="en-US" altLang="ko-KR" dirty="0"/>
          </a:p>
          <a:p>
            <a:pPr marL="342900" indent="-342900">
              <a:buAutoNum type="arabicPeriod" startAt="2"/>
            </a:pPr>
            <a:r>
              <a:rPr lang="ko-KR" altLang="en-US" dirty="0"/>
              <a:t>게임의 접근성이 좋다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 - TV</a:t>
            </a:r>
            <a:r>
              <a:rPr lang="ko-KR" altLang="en-US" dirty="0"/>
              <a:t>와 만화로 이미 간접 경험한 이들의 참여를 유도할 수 있다 </a:t>
            </a:r>
            <a:r>
              <a:rPr lang="en-US" altLang="ko-KR" dirty="0"/>
              <a:t>( </a:t>
            </a:r>
            <a:r>
              <a:rPr lang="ko-KR" altLang="en-US" dirty="0"/>
              <a:t>잠재적 고객은 이미 시장에 존재 </a:t>
            </a:r>
            <a:r>
              <a:rPr lang="en-US" altLang="ko-KR" dirty="0"/>
              <a:t>)    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재미가 증명이 이미 된 게임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 startAt="2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617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9449" y="12534"/>
            <a:ext cx="10515600" cy="84314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게임으로 성공하기 위한 숙제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562" y="855678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UI</a:t>
            </a:r>
            <a:endParaRPr lang="en-US" altLang="ko-KR" dirty="0"/>
          </a:p>
          <a:p>
            <a:r>
              <a:rPr lang="ko-KR" altLang="en-US" dirty="0"/>
              <a:t>모바일 디바이스에 대한 </a:t>
            </a:r>
            <a:r>
              <a:rPr lang="en-US" altLang="ko-KR" dirty="0"/>
              <a:t>UI</a:t>
            </a:r>
            <a:r>
              <a:rPr lang="ko-KR" altLang="en-US" dirty="0"/>
              <a:t>의 필요 조건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모바일은 게임 </a:t>
            </a:r>
            <a:r>
              <a:rPr lang="en-US" altLang="ko-KR" dirty="0"/>
              <a:t>&amp; </a:t>
            </a:r>
            <a:r>
              <a:rPr lang="ko-KR" altLang="en-US" dirty="0"/>
              <a:t>대화  이 </a:t>
            </a:r>
            <a:r>
              <a:rPr lang="en-US" altLang="ko-KR" dirty="0"/>
              <a:t>2</a:t>
            </a:r>
            <a:r>
              <a:rPr lang="ko-KR" altLang="en-US" dirty="0"/>
              <a:t>가지를 동시에 병행하기 어렵다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 </a:t>
            </a:r>
            <a:r>
              <a:rPr lang="ko-KR" altLang="en-US" dirty="0"/>
              <a:t>그럼에도 불구하고 타 게임에서 채팅창을 넣는 이유는</a:t>
            </a:r>
            <a:r>
              <a:rPr lang="en-US" altLang="ko-KR" dirty="0"/>
              <a:t>? )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6562" y="2885813"/>
            <a:ext cx="1057851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보상</a:t>
            </a:r>
            <a:endParaRPr lang="en-US" altLang="ko-KR" sz="3200" b="1" dirty="0"/>
          </a:p>
          <a:p>
            <a:endParaRPr lang="en-US" altLang="ko-KR" dirty="0"/>
          </a:p>
          <a:p>
            <a:r>
              <a:rPr lang="ko-KR" altLang="en-US" dirty="0"/>
              <a:t>만화나 </a:t>
            </a:r>
            <a:r>
              <a:rPr lang="en-US" altLang="ko-KR" dirty="0"/>
              <a:t>TV </a:t>
            </a:r>
            <a:r>
              <a:rPr lang="ko-KR" altLang="en-US" dirty="0"/>
              <a:t>프로그램상의 보상은 현물이다</a:t>
            </a:r>
            <a:r>
              <a:rPr lang="en-US" altLang="ko-KR" dirty="0"/>
              <a:t>.  </a:t>
            </a:r>
            <a:r>
              <a:rPr lang="ko-KR" altLang="en-US" dirty="0"/>
              <a:t>그러나 게임으로의 보상은 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 err="1"/>
              <a:t>카이지의</a:t>
            </a:r>
            <a:r>
              <a:rPr lang="ko-KR" altLang="en-US" dirty="0"/>
              <a:t> 경우 빚에 쪼들려서 반드시 해야하는 절박한 상황에 놓여있으며 </a:t>
            </a:r>
            <a:endParaRPr lang="en-US" altLang="ko-KR" dirty="0"/>
          </a:p>
          <a:p>
            <a:r>
              <a:rPr lang="ko-KR" altLang="en-US" dirty="0" err="1"/>
              <a:t>지니어스게임의</a:t>
            </a:r>
            <a:r>
              <a:rPr lang="ko-KR" altLang="en-US" dirty="0"/>
              <a:t> 경우 우승자는 엄청난 상금을 획득한다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게임을 이기고 싶은 마음이 생기게 할 보상이 될 것이란</a:t>
            </a:r>
            <a:r>
              <a:rPr lang="en-US" altLang="ko-KR" dirty="0"/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449" y="5889072"/>
            <a:ext cx="107295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게임 이탈자에 대한 처리</a:t>
            </a:r>
            <a:endParaRPr lang="en-US" altLang="ko-KR" sz="2800" b="1" dirty="0"/>
          </a:p>
          <a:p>
            <a:r>
              <a:rPr lang="ko-KR" altLang="en-US" dirty="0"/>
              <a:t>임의 시간동안 게임이 진행됨에 있어서 게임 시작이후 접속하지 않는 플레이어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931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553</Words>
  <Application>Microsoft Office PowerPoint</Application>
  <PresentationFormat>사용자 지정</PresentationFormat>
  <Paragraphs>126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TAKE Sociatiy</vt:lpstr>
      <vt:lpstr>PowerPoint 프레젠테이션</vt:lpstr>
      <vt:lpstr>PowerPoint 프레젠테이션</vt:lpstr>
      <vt:lpstr>왜 SNG 게임으로 가려 하는가? </vt:lpstr>
      <vt:lpstr>PowerPoint 프레젠테이션</vt:lpstr>
      <vt:lpstr>PowerPoint 프레젠테이션</vt:lpstr>
      <vt:lpstr>진짜 현실에 저런 게임 하는 곳이 있었으면 좋겠다. </vt:lpstr>
      <vt:lpstr>총 13명의 게이머가 출현   매주 1명씩 떨어뜨리는 방식의 서바이버 TV 프로그램  </vt:lpstr>
      <vt:lpstr>PowerPoint 프레젠테이션</vt:lpstr>
      <vt:lpstr>PowerPoint 프레젠테이션</vt:lpstr>
      <vt:lpstr>PowerPoint 프레젠테이션</vt:lpstr>
      <vt:lpstr>PowerPoint 프레젠테이션</vt:lpstr>
      <vt:lpstr>게임으로 성공하기 위한 숙제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Sociatiy</dc:title>
  <dc:creator>조효훈(Hyohoon Jo)</dc:creator>
  <cp:lastModifiedBy>goldenboy</cp:lastModifiedBy>
  <cp:revision>668</cp:revision>
  <dcterms:created xsi:type="dcterms:W3CDTF">2016-12-19T01:25:26Z</dcterms:created>
  <dcterms:modified xsi:type="dcterms:W3CDTF">2017-04-08T11:13:29Z</dcterms:modified>
</cp:coreProperties>
</file>