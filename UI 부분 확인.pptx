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57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8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65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05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6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0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09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70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966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84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540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F605E-6A78-4361-B7CE-7C7349F066CA}" type="datetimeFigureOut">
              <a:rPr lang="ko-KR" altLang="en-US" smtClean="0"/>
              <a:t>2017-07-17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2D3AC-9C02-40D7-A0C4-972C10ADC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19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576" y="548680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UI </a:t>
            </a:r>
            <a:r>
              <a:rPr lang="ko-KR" altLang="en-US" dirty="0" smtClean="0"/>
              <a:t>부분 확인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83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245839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로비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1028" name="Picture 4" descr="C:\Users\goldenboy\Desktop\MyJob\LobbyPag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96" y="476672"/>
            <a:ext cx="1854727" cy="331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goldenboy\Desktop\MyJob\LobbyPage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472261"/>
            <a:ext cx="1872208" cy="33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9572" y="3933056"/>
            <a:ext cx="8136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버튼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개로 편하게 시작하게 하기 위해서  버튼의 상태를 변화시킴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시작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취소</a:t>
            </a:r>
            <a:r>
              <a:rPr lang="en-US" altLang="ko-KR" dirty="0" smtClean="0"/>
              <a:t>,  </a:t>
            </a:r>
            <a:r>
              <a:rPr lang="ko-KR" altLang="en-US" dirty="0" smtClean="0"/>
              <a:t>공통 버튼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우편함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랭킹 추가 예정 </a:t>
            </a:r>
            <a:r>
              <a:rPr lang="en-US" altLang="ko-KR" dirty="0" smtClean="0"/>
              <a:t>– ( 8</a:t>
            </a:r>
            <a:r>
              <a:rPr lang="ko-KR" altLang="en-US" dirty="0" smtClean="0"/>
              <a:t>월까지 서버 작업완료 이후 추가예정 </a:t>
            </a:r>
            <a:r>
              <a:rPr lang="en-US" altLang="ko-KR" dirty="0" smtClean="0"/>
              <a:t>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31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goldenboy\Desktop\MyJob\Sho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74039"/>
            <a:ext cx="2472551" cy="43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goldenboy\Desktop\MyJob\Card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00518"/>
            <a:ext cx="2371150" cy="433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274039"/>
            <a:ext cx="27363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캐릭터 보관함</a:t>
            </a:r>
            <a:endParaRPr lang="en-US" altLang="ko-KR" sz="2400" dirty="0" smtClean="0"/>
          </a:p>
          <a:p>
            <a:r>
              <a:rPr lang="ko-KR" altLang="en-US" sz="2400" dirty="0" smtClean="0"/>
              <a:t>상점  겸용</a:t>
            </a:r>
            <a:endParaRPr lang="en-US" altLang="ko-KR" sz="2400" dirty="0" smtClean="0"/>
          </a:p>
          <a:p>
            <a:endParaRPr lang="en-US" altLang="ko-KR" sz="2400" dirty="0"/>
          </a:p>
          <a:p>
            <a:r>
              <a:rPr lang="en-US" altLang="ko-KR" sz="2400" dirty="0" smtClean="0"/>
              <a:t>( </a:t>
            </a:r>
            <a:r>
              <a:rPr lang="ko-KR" altLang="en-US" sz="2400" dirty="0" smtClean="0"/>
              <a:t>나누어도 괜찮음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4869160"/>
            <a:ext cx="79928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캐릭터 구매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선택 창 일체화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추가 작업 필요</a:t>
            </a:r>
            <a:r>
              <a:rPr lang="en-US" altLang="ko-KR" dirty="0" smtClean="0"/>
              <a:t>( </a:t>
            </a:r>
            <a:r>
              <a:rPr lang="ko-KR" altLang="en-US" dirty="0" err="1" smtClean="0"/>
              <a:t>서버구현후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보유 카드 배경 판매 슬롯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038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게임속</a:t>
            </a:r>
            <a:r>
              <a:rPr lang="ko-KR" altLang="en-US" dirty="0" smtClean="0"/>
              <a:t> </a:t>
            </a:r>
            <a:r>
              <a:rPr lang="en-US" altLang="ko-KR" dirty="0" smtClean="0"/>
              <a:t>UI</a:t>
            </a:r>
            <a:endParaRPr lang="ko-KR" altLang="en-US" dirty="0"/>
          </a:p>
        </p:txBody>
      </p:sp>
      <p:pic>
        <p:nvPicPr>
          <p:cNvPr id="3074" name="Picture 2" descr="C:\Users\goldenboy\Desktop\MyJob\IngameUI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800"/>
            <a:ext cx="2247900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59832" y="1772816"/>
            <a:ext cx="51845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대화 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결투 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거래 </a:t>
            </a: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요청 인터페이스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보유 별 개수 </a:t>
            </a:r>
            <a:r>
              <a:rPr lang="en-US" altLang="ko-KR" dirty="0" smtClean="0"/>
              <a:t>,ID  </a:t>
            </a:r>
            <a:r>
              <a:rPr lang="ko-KR" altLang="en-US" dirty="0" smtClean="0"/>
              <a:t>인식용  </a:t>
            </a:r>
            <a:r>
              <a:rPr lang="en-US" altLang="ko-KR" dirty="0" smtClean="0"/>
              <a:t>UI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74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-32650"/>
            <a:ext cx="8229600" cy="1143000"/>
          </a:xfrm>
        </p:spPr>
        <p:txBody>
          <a:bodyPr/>
          <a:lstStyle/>
          <a:p>
            <a:r>
              <a:rPr lang="ko-KR" altLang="en-US" dirty="0" smtClean="0"/>
              <a:t>경매 </a:t>
            </a:r>
            <a:endParaRPr lang="ko-KR" altLang="en-US" dirty="0"/>
          </a:p>
        </p:txBody>
      </p:sp>
      <p:pic>
        <p:nvPicPr>
          <p:cNvPr id="5122" name="Picture 2" descr="C:\Users\goldenboy\Desktop\MyJob\auction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268760"/>
            <a:ext cx="2023244" cy="364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goldenboy\Desktop\MyJob\acution_Suo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31" y="1268760"/>
            <a:ext cx="2029214" cy="364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goldenboy\Desktop\MyJob\auction_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534" y="1268115"/>
            <a:ext cx="2005234" cy="364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536" y="5229200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경매 리스트 창 </a:t>
            </a:r>
            <a:endParaRPr lang="en-US" altLang="ko-KR" dirty="0" smtClean="0"/>
          </a:p>
          <a:p>
            <a:r>
              <a:rPr lang="en-US" altLang="ko-KR" dirty="0" smtClean="0"/>
              <a:t>1.  </a:t>
            </a:r>
            <a:r>
              <a:rPr lang="ko-KR" altLang="en-US" dirty="0" smtClean="0"/>
              <a:t>판매자 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가격</a:t>
            </a:r>
            <a:r>
              <a:rPr lang="en-US" altLang="ko-KR" dirty="0" smtClean="0"/>
              <a:t>, </a:t>
            </a:r>
            <a:r>
              <a:rPr lang="ko-KR" altLang="en-US" dirty="0" smtClean="0"/>
              <a:t>판매 물품 표시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28184" y="5090095"/>
            <a:ext cx="3888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경매 </a:t>
            </a:r>
            <a:r>
              <a:rPr lang="ko-KR" altLang="en-US" dirty="0" err="1" smtClean="0"/>
              <a:t>등록창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판매하기 버튼을 누르면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해당 창으로 바뀐다 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82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개인 거래 </a:t>
            </a:r>
            <a:endParaRPr lang="ko-KR" altLang="en-US" dirty="0"/>
          </a:p>
        </p:txBody>
      </p:sp>
      <p:pic>
        <p:nvPicPr>
          <p:cNvPr id="4098" name="Picture 2" descr="C:\Users\goldenboy\Desktop\MyJob\Tra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2514145" cy="452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419872" y="1628800"/>
            <a:ext cx="51845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드레그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제스쳐로</a:t>
            </a:r>
            <a:r>
              <a:rPr lang="ko-KR" altLang="en-US" dirty="0" smtClean="0"/>
              <a:t> 거래 물품 </a:t>
            </a:r>
            <a:r>
              <a:rPr lang="ko-KR" altLang="en-US" dirty="0" err="1" smtClean="0"/>
              <a:t>교환가능한</a:t>
            </a:r>
            <a:r>
              <a:rPr lang="ko-KR" altLang="en-US" dirty="0" smtClean="0"/>
              <a:t> 창 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상대방이 거래 확인을 누르면 확인도장 찍히는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애니메이션으로 알려준다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상호 </a:t>
            </a:r>
            <a:r>
              <a:rPr lang="en-US" altLang="ko-KR" dirty="0" smtClean="0"/>
              <a:t>2</a:t>
            </a:r>
            <a:r>
              <a:rPr lang="ko-KR" altLang="en-US" dirty="0" smtClean="0"/>
              <a:t>번의 확인이 완료되어야 진행됨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8098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goldenboy\Desktop\MyJob\Resul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2635001" cy="459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43608" y="404664"/>
            <a:ext cx="6984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/>
              <a:t>게임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결과 창</a:t>
            </a:r>
            <a:endParaRPr lang="ko-KR" alt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3707904" y="1556792"/>
            <a:ext cx="51845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게임이 </a:t>
            </a:r>
            <a:r>
              <a:rPr lang="ko-KR" altLang="en-US" dirty="0" err="1" smtClean="0"/>
              <a:t>끝난다음</a:t>
            </a:r>
            <a:r>
              <a:rPr lang="ko-KR" altLang="en-US" dirty="0" smtClean="0"/>
              <a:t> 내가 </a:t>
            </a:r>
            <a:r>
              <a:rPr lang="ko-KR" altLang="en-US" dirty="0" err="1" smtClean="0"/>
              <a:t>몇등인지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보상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게임 승패의 기록을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알려주는 창이며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게임 비 접속상태여서 끝난 유저는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게임을 다시 </a:t>
            </a:r>
            <a:r>
              <a:rPr lang="ko-KR" altLang="en-US" dirty="0" err="1" smtClean="0"/>
              <a:t>접속했을때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로비에서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지난 게임 결과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라는 창 제목으로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띄워줄 예정임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9756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155</Words>
  <Application>Microsoft Office PowerPoint</Application>
  <PresentationFormat>화면 슬라이드 쇼(4:3)</PresentationFormat>
  <Paragraphs>51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UI 부분 확인</vt:lpstr>
      <vt:lpstr>PowerPoint 프레젠테이션</vt:lpstr>
      <vt:lpstr>PowerPoint 프레젠테이션</vt:lpstr>
      <vt:lpstr>게임속 UI</vt:lpstr>
      <vt:lpstr>경매 </vt:lpstr>
      <vt:lpstr>개인 거래 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부분 확인</dc:title>
  <dc:creator>goldenboy</dc:creator>
  <cp:lastModifiedBy>goldenboy</cp:lastModifiedBy>
  <cp:revision>79</cp:revision>
  <dcterms:created xsi:type="dcterms:W3CDTF">2017-07-16T23:45:48Z</dcterms:created>
  <dcterms:modified xsi:type="dcterms:W3CDTF">2017-07-17T00:38:50Z</dcterms:modified>
</cp:coreProperties>
</file>